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1483" r:id="rId2"/>
    <p:sldId id="1330" r:id="rId3"/>
    <p:sldId id="1331" r:id="rId4"/>
    <p:sldId id="1455" r:id="rId5"/>
    <p:sldId id="1457" r:id="rId6"/>
    <p:sldId id="1458" r:id="rId7"/>
    <p:sldId id="1484" r:id="rId8"/>
    <p:sldId id="1485" r:id="rId9"/>
    <p:sldId id="1486" r:id="rId10"/>
    <p:sldId id="1488" r:id="rId11"/>
    <p:sldId id="1487" r:id="rId12"/>
    <p:sldId id="1497" r:id="rId13"/>
    <p:sldId id="1490" r:id="rId14"/>
    <p:sldId id="1489" r:id="rId15"/>
    <p:sldId id="1463" r:id="rId16"/>
    <p:sldId id="1464" r:id="rId17"/>
    <p:sldId id="1467" r:id="rId18"/>
    <p:sldId id="1466" r:id="rId19"/>
    <p:sldId id="1474" r:id="rId20"/>
    <p:sldId id="1470" r:id="rId21"/>
    <p:sldId id="1473" r:id="rId22"/>
    <p:sldId id="1471" r:id="rId23"/>
    <p:sldId id="1472" r:id="rId24"/>
    <p:sldId id="1475" r:id="rId25"/>
    <p:sldId id="1476" r:id="rId26"/>
    <p:sldId id="1501" r:id="rId27"/>
    <p:sldId id="1502" r:id="rId28"/>
    <p:sldId id="1477" r:id="rId29"/>
    <p:sldId id="1478" r:id="rId30"/>
    <p:sldId id="1480" r:id="rId31"/>
    <p:sldId id="1481" r:id="rId32"/>
    <p:sldId id="1498" r:id="rId33"/>
    <p:sldId id="1499" r:id="rId34"/>
    <p:sldId id="1492" r:id="rId35"/>
    <p:sldId id="1500" r:id="rId36"/>
    <p:sldId id="1491" r:id="rId37"/>
    <p:sldId id="1465" r:id="rId38"/>
    <p:sldId id="1462" r:id="rId39"/>
    <p:sldId id="1433" r:id="rId40"/>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463B"/>
    <a:srgbClr val="E3473B"/>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ADC2EA-610F-4270-A68D-CDC37D5A0720}" v="13" dt="2026-03-30T08:41:07.5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4598" autoAdjust="0"/>
  </p:normalViewPr>
  <p:slideViewPr>
    <p:cSldViewPr snapToGrid="0">
      <p:cViewPr varScale="1">
        <p:scale>
          <a:sx n="95" d="100"/>
          <a:sy n="95" d="100"/>
        </p:scale>
        <p:origin x="1229" y="72"/>
      </p:cViewPr>
      <p:guideLst>
        <p:guide orient="horz" pos="2160"/>
        <p:guide pos="2880"/>
      </p:guideLst>
    </p:cSldViewPr>
  </p:slideViewPr>
  <p:notesTextViewPr>
    <p:cViewPr>
      <p:scale>
        <a:sx n="1" d="1"/>
        <a:sy n="1" d="1"/>
      </p:scale>
      <p:origin x="0" y="0"/>
    </p:cViewPr>
  </p:notesTextViewPr>
  <p:notesViewPr>
    <p:cSldViewPr snapToGrid="0">
      <p:cViewPr varScale="1">
        <p:scale>
          <a:sx n="63" d="100"/>
          <a:sy n="63" d="100"/>
        </p:scale>
        <p:origin x="3134"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 Chinni" userId="60ec4a6449f49444" providerId="LiveId" clId="{8C92EA26-E593-4DC9-9070-CCDE08FAA163}"/>
    <pc:docChg chg="custSel addSld modSld">
      <pc:chgData name="Hema Chinni" userId="60ec4a6449f49444" providerId="LiveId" clId="{8C92EA26-E593-4DC9-9070-CCDE08FAA163}" dt="2026-03-30T08:41:43.367" v="59" actId="680"/>
      <pc:docMkLst>
        <pc:docMk/>
      </pc:docMkLst>
      <pc:sldChg chg="addSp delSp modSp mod">
        <pc:chgData name="Hema Chinni" userId="60ec4a6449f49444" providerId="LiveId" clId="{8C92EA26-E593-4DC9-9070-CCDE08FAA163}" dt="2026-03-30T08:38:01.894" v="5" actId="14100"/>
        <pc:sldMkLst>
          <pc:docMk/>
          <pc:sldMk cId="0" sldId="1475"/>
        </pc:sldMkLst>
        <pc:picChg chg="add mod">
          <ac:chgData name="Hema Chinni" userId="60ec4a6449f49444" providerId="LiveId" clId="{8C92EA26-E593-4DC9-9070-CCDE08FAA163}" dt="2026-03-30T08:38:01.894" v="5" actId="14100"/>
          <ac:picMkLst>
            <pc:docMk/>
            <pc:sldMk cId="0" sldId="1475"/>
            <ac:picMk id="3" creationId="{ADDC222F-344C-C612-972E-82E49B61BA5A}"/>
          </ac:picMkLst>
        </pc:picChg>
        <pc:picChg chg="del">
          <ac:chgData name="Hema Chinni" userId="60ec4a6449f49444" providerId="LiveId" clId="{8C92EA26-E593-4DC9-9070-CCDE08FAA163}" dt="2026-03-30T08:37:47.646" v="0" actId="478"/>
          <ac:picMkLst>
            <pc:docMk/>
            <pc:sldMk cId="0" sldId="1475"/>
            <ac:picMk id="31751" creationId="{4DD50BFB-26C1-6823-9CF1-7EC7A5B30DB0}"/>
          </ac:picMkLst>
        </pc:picChg>
      </pc:sldChg>
      <pc:sldChg chg="addSp delSp modSp mod">
        <pc:chgData name="Hema Chinni" userId="60ec4a6449f49444" providerId="LiveId" clId="{8C92EA26-E593-4DC9-9070-CCDE08FAA163}" dt="2026-03-30T08:38:49.045" v="11" actId="14100"/>
        <pc:sldMkLst>
          <pc:docMk/>
          <pc:sldMk cId="0" sldId="1476"/>
        </pc:sldMkLst>
        <pc:picChg chg="add mod">
          <ac:chgData name="Hema Chinni" userId="60ec4a6449f49444" providerId="LiveId" clId="{8C92EA26-E593-4DC9-9070-CCDE08FAA163}" dt="2026-03-30T08:38:49.045" v="11" actId="14100"/>
          <ac:picMkLst>
            <pc:docMk/>
            <pc:sldMk cId="0" sldId="1476"/>
            <ac:picMk id="3" creationId="{8AE49F24-2A22-39CA-52C5-8A62FF44D258}"/>
          </ac:picMkLst>
        </pc:picChg>
        <pc:picChg chg="del">
          <ac:chgData name="Hema Chinni" userId="60ec4a6449f49444" providerId="LiveId" clId="{8C92EA26-E593-4DC9-9070-CCDE08FAA163}" dt="2026-03-30T08:38:08.326" v="6" actId="478"/>
          <ac:picMkLst>
            <pc:docMk/>
            <pc:sldMk cId="0" sldId="1476"/>
            <ac:picMk id="32775" creationId="{27CBF315-75F1-1B5B-8477-4AD4FECDC32E}"/>
          </ac:picMkLst>
        </pc:picChg>
      </pc:sldChg>
      <pc:sldChg chg="addSp delSp modSp new mod">
        <pc:chgData name="Hema Chinni" userId="60ec4a6449f49444" providerId="LiveId" clId="{8C92EA26-E593-4DC9-9070-CCDE08FAA163}" dt="2026-03-30T08:41:07.568" v="58" actId="14100"/>
        <pc:sldMkLst>
          <pc:docMk/>
          <pc:sldMk cId="2340576221" sldId="1501"/>
        </pc:sldMkLst>
        <pc:spChg chg="del">
          <ac:chgData name="Hema Chinni" userId="60ec4a6449f49444" providerId="LiveId" clId="{8C92EA26-E593-4DC9-9070-CCDE08FAA163}" dt="2026-03-30T08:39:24.111" v="13" actId="22"/>
          <ac:spMkLst>
            <pc:docMk/>
            <pc:sldMk cId="2340576221" sldId="1501"/>
            <ac:spMk id="2" creationId="{B096DDB6-AB03-F272-A9D2-21854A5E15A5}"/>
          </ac:spMkLst>
        </pc:spChg>
        <pc:spChg chg="del mod">
          <ac:chgData name="Hema Chinni" userId="60ec4a6449f49444" providerId="LiveId" clId="{8C92EA26-E593-4DC9-9070-CCDE08FAA163}" dt="2026-03-30T08:39:54.930" v="19" actId="21"/>
          <ac:spMkLst>
            <pc:docMk/>
            <pc:sldMk cId="2340576221" sldId="1501"/>
            <ac:spMk id="3" creationId="{F18C4BEA-CA61-95F1-4ADE-B4EE74F2441F}"/>
          </ac:spMkLst>
        </pc:spChg>
        <pc:spChg chg="mod">
          <ac:chgData name="Hema Chinni" userId="60ec4a6449f49444" providerId="LiveId" clId="{8C92EA26-E593-4DC9-9070-CCDE08FAA163}" dt="2026-03-30T08:41:07.568" v="58" actId="14100"/>
          <ac:spMkLst>
            <pc:docMk/>
            <pc:sldMk cId="2340576221" sldId="1501"/>
            <ac:spMk id="4" creationId="{8C04AD86-EB66-427B-8AEF-9FE280965C62}"/>
          </ac:spMkLst>
        </pc:spChg>
        <pc:picChg chg="add mod ord">
          <ac:chgData name="Hema Chinni" userId="60ec4a6449f49444" providerId="LiveId" clId="{8C92EA26-E593-4DC9-9070-CCDE08FAA163}" dt="2026-03-30T08:40:18.014" v="23" actId="14100"/>
          <ac:picMkLst>
            <pc:docMk/>
            <pc:sldMk cId="2340576221" sldId="1501"/>
            <ac:picMk id="6" creationId="{B72A647D-EBA3-34B7-1209-4AEB0BD9D3F4}"/>
          </ac:picMkLst>
        </pc:picChg>
      </pc:sldChg>
      <pc:sldChg chg="new">
        <pc:chgData name="Hema Chinni" userId="60ec4a6449f49444" providerId="LiveId" clId="{8C92EA26-E593-4DC9-9070-CCDE08FAA163}" dt="2026-03-30T08:41:43.367" v="59" actId="680"/>
        <pc:sldMkLst>
          <pc:docMk/>
          <pc:sldMk cId="1953486512" sldId="15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2E7448-727A-C215-35F4-514EE5E4CBF2}"/>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A5023755-EB13-ECA8-5EBB-D26864B47419}"/>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E0A8693-19BC-4C7F-A857-468A8F42038C}" type="datetimeFigureOut">
              <a:rPr lang="en-IN"/>
              <a:pPr>
                <a:defRPr/>
              </a:pPr>
              <a:t>30-03-2026</a:t>
            </a:fld>
            <a:endParaRPr lang="en-IN"/>
          </a:p>
        </p:txBody>
      </p:sp>
      <p:sp>
        <p:nvSpPr>
          <p:cNvPr id="4" name="Footer Placeholder 3">
            <a:extLst>
              <a:ext uri="{FF2B5EF4-FFF2-40B4-BE49-F238E27FC236}">
                <a16:creationId xmlns:a16="http://schemas.microsoft.com/office/drawing/2014/main" id="{5DCFA23A-A95E-7FF3-E89E-CEF1827F636B}"/>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5" name="Slide Number Placeholder 4">
            <a:extLst>
              <a:ext uri="{FF2B5EF4-FFF2-40B4-BE49-F238E27FC236}">
                <a16:creationId xmlns:a16="http://schemas.microsoft.com/office/drawing/2014/main" id="{014AA82A-D200-E3E5-407C-356B861C8B0B}"/>
              </a:ext>
            </a:extLst>
          </p:cNvPr>
          <p:cNvSpPr>
            <a:spLocks noGrp="1"/>
          </p:cNvSpPr>
          <p:nvPr>
            <p:ph type="sldNum" sz="quarter" idx="3"/>
          </p:nvPr>
        </p:nvSpPr>
        <p:spPr>
          <a:xfrm>
            <a:off x="5180013" y="6513513"/>
            <a:ext cx="3962400" cy="3444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FB7A996-62E5-45D8-84D8-C00F2BA88803}" type="slidenum">
              <a:rPr lang="en-IN" altLang="en-US"/>
              <a:pPr>
                <a:defRPr/>
              </a:pPr>
              <a:t>‹#›</a:t>
            </a:fld>
            <a:endParaRPr lang="en-I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037A67-4C21-3360-D682-C2F56EF67036}"/>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156A5696-79A5-97F6-FB3E-D79180AB410F}"/>
              </a:ext>
            </a:extLst>
          </p:cNvPr>
          <p:cNvSpPr>
            <a:spLocks noGrp="1"/>
          </p:cNvSpPr>
          <p:nvPr>
            <p:ph type="dt" idx="1"/>
          </p:nvPr>
        </p:nvSpPr>
        <p:spPr>
          <a:xfrm>
            <a:off x="5180013" y="0"/>
            <a:ext cx="39624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A2DE6441-DD54-4D70-A4D4-39FBDF8BD490}" type="datetimeFigureOut">
              <a:rPr lang="en-US"/>
              <a:pPr>
                <a:defRPr/>
              </a:pPr>
              <a:t>3/30/2026</a:t>
            </a:fld>
            <a:endParaRPr lang="en-US"/>
          </a:p>
        </p:txBody>
      </p:sp>
      <p:sp>
        <p:nvSpPr>
          <p:cNvPr id="4" name="Slide Image Placeholder 3">
            <a:extLst>
              <a:ext uri="{FF2B5EF4-FFF2-40B4-BE49-F238E27FC236}">
                <a16:creationId xmlns:a16="http://schemas.microsoft.com/office/drawing/2014/main" id="{90206D75-EBE9-F8DC-A01F-775D791F1CAD}"/>
              </a:ext>
            </a:extLst>
          </p:cNvPr>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7929B46-64A3-5153-2AD9-17B7CD87B60E}"/>
              </a:ext>
            </a:extLst>
          </p:cNvPr>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655A9CD-1ACC-4C34-7368-8F396FAB3BEF}"/>
              </a:ext>
            </a:extLst>
          </p:cNvPr>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3B119C67-7BE7-68B5-9963-080CD3188034}"/>
              </a:ext>
            </a:extLst>
          </p:cNvPr>
          <p:cNvSpPr>
            <a:spLocks noGrp="1"/>
          </p:cNvSpPr>
          <p:nvPr>
            <p:ph type="sldNum" sz="quarter" idx="5"/>
          </p:nvPr>
        </p:nvSpPr>
        <p:spPr>
          <a:xfrm>
            <a:off x="5180013" y="6513513"/>
            <a:ext cx="3962400" cy="3444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9772815-964B-4DF0-8C0A-F3050DF32EE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98E34E0D-79F2-B681-8526-DED7D73A6464}"/>
              </a:ext>
            </a:extLst>
          </p:cNvPr>
          <p:cNvSpPr/>
          <p:nvPr userDrawn="1"/>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L-Shape 2">
            <a:extLst>
              <a:ext uri="{FF2B5EF4-FFF2-40B4-BE49-F238E27FC236}">
                <a16:creationId xmlns:a16="http://schemas.microsoft.com/office/drawing/2014/main" id="{8B77FD66-0833-1D48-6F41-DC164ABC49BE}"/>
              </a:ext>
            </a:extLst>
          </p:cNvPr>
          <p:cNvSpPr/>
          <p:nvPr userDrawn="1"/>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TextBox 16">
            <a:extLst>
              <a:ext uri="{FF2B5EF4-FFF2-40B4-BE49-F238E27FC236}">
                <a16:creationId xmlns:a16="http://schemas.microsoft.com/office/drawing/2014/main" id="{E588EA0D-E5C1-21C1-5BAB-77ABBECB1D88}"/>
              </a:ext>
            </a:extLst>
          </p:cNvPr>
          <p:cNvSpPr txBox="1">
            <a:spLocks noChangeArrowheads="1"/>
          </p:cNvSpPr>
          <p:nvPr userDrawn="1"/>
        </p:nvSpPr>
        <p:spPr bwMode="auto">
          <a:xfrm>
            <a:off x="7359650" y="6607175"/>
            <a:ext cx="1617663" cy="250825"/>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b="1">
                <a:solidFill>
                  <a:srgbClr val="7F7F7F"/>
                </a:solidFill>
                <a:latin typeface="Century Gothic" panose="020B0502020202020204" pitchFamily="34" charset="0"/>
                <a:cs typeface="Segoe UI" panose="020B0502040204020203" pitchFamily="34" charset="0"/>
              </a:rPr>
              <a:t>       Pg. </a:t>
            </a:r>
            <a:fld id="{FD6752D9-3882-4C3B-9E6C-A84042FA9419}" type="slidenum">
              <a:rPr lang="en-US" altLang="en-US" sz="900" b="1"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b="1">
              <a:solidFill>
                <a:srgbClr val="7F7F7F"/>
              </a:solidFill>
              <a:latin typeface="Century Gothic" panose="020B0502020202020204" pitchFamily="34" charset="0"/>
              <a:cs typeface="Segoe UI" panose="020B0502040204020203" pitchFamily="34" charset="0"/>
            </a:endParaRPr>
          </a:p>
        </p:txBody>
      </p:sp>
      <p:pic>
        <p:nvPicPr>
          <p:cNvPr id="5" name="Picture 17">
            <a:extLst>
              <a:ext uri="{FF2B5EF4-FFF2-40B4-BE49-F238E27FC236}">
                <a16:creationId xmlns:a16="http://schemas.microsoft.com/office/drawing/2014/main" id="{6B601702-0055-CC9E-8626-8E9385F5EEF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713538" y="177800"/>
            <a:ext cx="227647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1250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08BD6C-8225-EC3E-6CB7-64E40BF261DC}"/>
              </a:ext>
            </a:extLst>
          </p:cNvPr>
          <p:cNvSpPr/>
          <p:nvPr userDrawn="1"/>
        </p:nvSpPr>
        <p:spPr>
          <a:xfrm>
            <a:off x="190500" y="263525"/>
            <a:ext cx="8763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2">
            <a:extLst>
              <a:ext uri="{FF2B5EF4-FFF2-40B4-BE49-F238E27FC236}">
                <a16:creationId xmlns:a16="http://schemas.microsoft.com/office/drawing/2014/main" id="{F4E4F32F-47C7-39AA-4E47-4CD81AACBF16}"/>
              </a:ext>
            </a:extLst>
          </p:cNvPr>
          <p:cNvSpPr/>
          <p:nvPr userDrawn="1"/>
        </p:nvSpPr>
        <p:spPr bwMode="blackWhite">
          <a:xfrm>
            <a:off x="190500" y="263525"/>
            <a:ext cx="8763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 name="L-Shape 3">
            <a:extLst>
              <a:ext uri="{FF2B5EF4-FFF2-40B4-BE49-F238E27FC236}">
                <a16:creationId xmlns:a16="http://schemas.microsoft.com/office/drawing/2014/main" id="{F1753F8B-E30E-326C-4485-AE39705B84EB}"/>
              </a:ext>
            </a:extLst>
          </p:cNvPr>
          <p:cNvSpPr/>
          <p:nvPr userDrawn="1"/>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L-Shape 4">
            <a:extLst>
              <a:ext uri="{FF2B5EF4-FFF2-40B4-BE49-F238E27FC236}">
                <a16:creationId xmlns:a16="http://schemas.microsoft.com/office/drawing/2014/main" id="{26D2F215-6A87-EEFE-C182-32587300B613}"/>
              </a:ext>
            </a:extLst>
          </p:cNvPr>
          <p:cNvSpPr/>
          <p:nvPr userDrawn="1"/>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TextBox 18">
            <a:extLst>
              <a:ext uri="{FF2B5EF4-FFF2-40B4-BE49-F238E27FC236}">
                <a16:creationId xmlns:a16="http://schemas.microsoft.com/office/drawing/2014/main" id="{26092424-C820-05BB-1B72-39A3C343BBC5}"/>
              </a:ext>
            </a:extLst>
          </p:cNvPr>
          <p:cNvSpPr txBox="1">
            <a:spLocks noChangeArrowheads="1"/>
          </p:cNvSpPr>
          <p:nvPr userDrawn="1"/>
        </p:nvSpPr>
        <p:spPr bwMode="auto">
          <a:xfrm>
            <a:off x="7804150" y="6542088"/>
            <a:ext cx="781050" cy="230187"/>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a:solidFill>
                  <a:srgbClr val="7F7F7F"/>
                </a:solidFill>
                <a:latin typeface="Century Gothic" panose="020B0502020202020204" pitchFamily="34" charset="0"/>
                <a:cs typeface="Segoe UI" panose="020B0502040204020203" pitchFamily="34" charset="0"/>
              </a:rPr>
              <a:t>Pg. </a:t>
            </a:r>
            <a:fld id="{50CB51C0-D80B-4E0E-8922-86EAEB37E3CB}" type="slidenum">
              <a:rPr lang="en-US" altLang="en-US" sz="900"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a:solidFill>
                <a:srgbClr val="7F7F7F"/>
              </a:solidFill>
              <a:latin typeface="Century Gothic" panose="020B0502020202020204" pitchFamily="34" charset="0"/>
              <a:cs typeface="Segoe UI" panose="020B0502040204020203" pitchFamily="34" charset="0"/>
            </a:endParaRPr>
          </a:p>
        </p:txBody>
      </p:sp>
      <p:sp>
        <p:nvSpPr>
          <p:cNvPr id="7" name="Content Placeholder 6"/>
          <p:cNvSpPr>
            <a:spLocks noGrp="1"/>
          </p:cNvSpPr>
          <p:nvPr>
            <p:ph sz="quarter" idx="13"/>
          </p:nvPr>
        </p:nvSpPr>
        <p:spPr>
          <a:xfrm>
            <a:off x="404622" y="2560320"/>
            <a:ext cx="7084314" cy="3977640"/>
          </a:xfrm>
        </p:spPr>
        <p:txBody>
          <a:bodyPr rtlCol="0">
            <a:normAutofit/>
          </a:bodyPr>
          <a:lstStyle>
            <a:lvl1pPr>
              <a:defRPr lang="en-US" sz="1800" b="1" smtClean="0">
                <a:solidFill>
                  <a:schemeClr val="tx1">
                    <a:lumMod val="75000"/>
                    <a:lumOff val="25000"/>
                  </a:schemeClr>
                </a:solidFill>
                <a:latin typeface="+mj-lt"/>
              </a:defRPr>
            </a:lvl1pPr>
            <a:lvl2pPr>
              <a:defRPr lang="en-US" sz="14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100" dirty="0" smtClean="0">
                <a:solidFill>
                  <a:schemeClr val="tx1">
                    <a:lumMod val="75000"/>
                    <a:lumOff val="25000"/>
                  </a:schemeClr>
                </a:solidFill>
              </a:defRPr>
            </a:lvl4pPr>
            <a:lvl5pPr>
              <a:defRPr lang="en-US" sz="1000" dirty="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739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3">
            <a:extLst>
              <a:ext uri="{FF2B5EF4-FFF2-40B4-BE49-F238E27FC236}">
                <a16:creationId xmlns:a16="http://schemas.microsoft.com/office/drawing/2014/main" id="{F53D3D23-0F64-5F33-8CFA-7DA4C1411BEF}"/>
              </a:ext>
            </a:extLst>
          </p:cNvPr>
          <p:cNvSpPr txBox="1">
            <a:spLocks noChangeArrowheads="1"/>
          </p:cNvSpPr>
          <p:nvPr userDrawn="1"/>
        </p:nvSpPr>
        <p:spPr bwMode="auto">
          <a:xfrm>
            <a:off x="6542088" y="6505575"/>
            <a:ext cx="0" cy="0"/>
          </a:xfrm>
          <a:prstGeom prst="rect">
            <a:avLst/>
          </a:prstGeom>
          <a:noFill/>
          <a:ln>
            <a:noFill/>
          </a:ln>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defRPr/>
            </a:pPr>
            <a:endParaRPr lang="en-US" altLang="en-US" sz="1200">
              <a:solidFill>
                <a:srgbClr val="404040"/>
              </a:solidFill>
              <a:latin typeface="Segoe UI" panose="020B0502040204020203" pitchFamily="34" charset="0"/>
              <a:cs typeface="Segoe UI" panose="020B0502040204020203" pitchFamily="34" charset="0"/>
            </a:endParaRPr>
          </a:p>
        </p:txBody>
      </p:sp>
      <p:sp>
        <p:nvSpPr>
          <p:cNvPr id="4" name="TextBox 15">
            <a:extLst>
              <a:ext uri="{FF2B5EF4-FFF2-40B4-BE49-F238E27FC236}">
                <a16:creationId xmlns:a16="http://schemas.microsoft.com/office/drawing/2014/main" id="{1BCC9E52-485E-4019-3315-114DAB2AFCD9}"/>
              </a:ext>
            </a:extLst>
          </p:cNvPr>
          <p:cNvSpPr txBox="1">
            <a:spLocks noChangeArrowheads="1"/>
          </p:cNvSpPr>
          <p:nvPr userDrawn="1"/>
        </p:nvSpPr>
        <p:spPr bwMode="auto">
          <a:xfrm>
            <a:off x="8312150" y="433388"/>
            <a:ext cx="0" cy="0"/>
          </a:xfrm>
          <a:prstGeom prst="rect">
            <a:avLst/>
          </a:prstGeom>
          <a:noFill/>
          <a:ln>
            <a:noFill/>
          </a:ln>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defRPr/>
            </a:pPr>
            <a:endParaRPr lang="en-US" altLang="en-US" sz="1200">
              <a:solidFill>
                <a:srgbClr val="404040"/>
              </a:solidFill>
              <a:latin typeface="Segoe UI" panose="020B0502040204020203" pitchFamily="34" charset="0"/>
              <a:cs typeface="Segoe UI" panose="020B0502040204020203" pitchFamily="34" charset="0"/>
            </a:endParaRPr>
          </a:p>
        </p:txBody>
      </p:sp>
      <p:sp>
        <p:nvSpPr>
          <p:cNvPr id="3" name="Content Placeholder 2"/>
          <p:cNvSpPr>
            <a:spLocks noGrp="1"/>
          </p:cNvSpPr>
          <p:nvPr>
            <p:ph idx="1"/>
          </p:nvPr>
        </p:nvSpPr>
        <p:spPr>
          <a:xfrm>
            <a:off x="453325" y="1604211"/>
            <a:ext cx="8237348" cy="4572752"/>
          </a:xfrm>
        </p:spPr>
        <p:txBody>
          <a:bodyPr>
            <a:normAutofit/>
          </a:bodyPr>
          <a:lstStyle>
            <a:lvl1pPr marL="0" indent="0">
              <a:spcAft>
                <a:spcPts val="900"/>
              </a:spcAft>
              <a:buSzPct val="25000"/>
              <a:buFont typeface="Segoe UI" panose="020B0502040204020203" pitchFamily="34" charset="0"/>
              <a:buChar char=" "/>
              <a:defRPr sz="1800"/>
            </a:lvl1pPr>
            <a:lvl2pPr marL="300990" indent="5715">
              <a:spcBef>
                <a:spcPts val="450"/>
              </a:spcBef>
              <a:spcAft>
                <a:spcPts val="900"/>
              </a:spcAft>
              <a:buFont typeface="Segoe UI" panose="020B0502040204020203" pitchFamily="34" charset="0"/>
              <a:buChar char=" "/>
              <a:defRPr sz="16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dirty="0"/>
              <a:t>Click to edit Master text styles</a:t>
            </a:r>
          </a:p>
          <a:p>
            <a:pPr lvl="1"/>
            <a:r>
              <a:rPr lang="en-US" dirty="0"/>
              <a:t>Second level</a:t>
            </a:r>
          </a:p>
        </p:txBody>
      </p:sp>
      <p:sp>
        <p:nvSpPr>
          <p:cNvPr id="6"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463172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3325" y="1604211"/>
            <a:ext cx="8237348" cy="4572752"/>
          </a:xfrm>
        </p:spPr>
        <p:txBody>
          <a:bodyPr/>
          <a:lstStyle>
            <a:lvl1pPr marL="0" indent="0">
              <a:spcAft>
                <a:spcPts val="900"/>
              </a:spcAft>
              <a:buSzPct val="25000"/>
              <a:buFont typeface="Segoe UI" panose="020B0502040204020203" pitchFamily="34" charset="0"/>
              <a:buChar char=" "/>
              <a:defRPr sz="1800"/>
            </a:lvl1pPr>
            <a:lvl2pPr marL="300990" indent="5715">
              <a:spcBef>
                <a:spcPts val="450"/>
              </a:spcBef>
              <a:spcAft>
                <a:spcPts val="900"/>
              </a:spcAft>
              <a:buFont typeface="Segoe UI" panose="020B0502040204020203" pitchFamily="34" charset="0"/>
              <a:buChar char=" "/>
              <a:defRPr sz="14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dirty="0"/>
              <a:t>Click to edit Master text styles</a:t>
            </a:r>
          </a:p>
          <a:p>
            <a:pPr lvl="1"/>
            <a:r>
              <a:rPr lang="en-US" dirty="0"/>
              <a:t>Second level</a:t>
            </a:r>
          </a:p>
        </p:txBody>
      </p:sp>
      <p:sp>
        <p:nvSpPr>
          <p:cNvPr id="5"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3379486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2"/>
          <p:cNvSpPr>
            <a:spLocks noGrp="1"/>
          </p:cNvSpPr>
          <p:nvPr>
            <p:ph idx="1"/>
          </p:nvPr>
        </p:nvSpPr>
        <p:spPr>
          <a:xfrm>
            <a:off x="818146" y="1507068"/>
            <a:ext cx="3541418" cy="4669896"/>
          </a:xfrm>
        </p:spPr>
        <p:txBody>
          <a:bodyPr anchor="ctr">
            <a:normAutofit/>
          </a:bodyPr>
          <a:lstStyle>
            <a:lvl1pPr marL="0" indent="0" algn="l">
              <a:lnSpc>
                <a:spcPct val="150000"/>
              </a:lnSpc>
              <a:spcAft>
                <a:spcPts val="900"/>
              </a:spcAft>
              <a:buSzPct val="25000"/>
              <a:buFont typeface="Segoe UI" panose="020B0502040204020203" pitchFamily="34" charset="0"/>
              <a:buChar char=" "/>
              <a:defRPr sz="1200"/>
            </a:lvl1pPr>
            <a:lvl2pPr marL="300990" indent="5715" algn="l">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p:cNvSpPr>
            <a:spLocks noGrp="1"/>
          </p:cNvSpPr>
          <p:nvPr>
            <p:ph idx="13"/>
          </p:nvPr>
        </p:nvSpPr>
        <p:spPr>
          <a:xfrm>
            <a:off x="4987636" y="1507068"/>
            <a:ext cx="3666946" cy="4669896"/>
          </a:xfrm>
        </p:spPr>
        <p:txBody>
          <a:bodyPr anchor="ctr">
            <a:normAutofit/>
          </a:bodyPr>
          <a:lstStyle>
            <a:lvl1pPr marL="0" indent="0">
              <a:spcAft>
                <a:spcPts val="900"/>
              </a:spcAft>
              <a:buSzPct val="25000"/>
              <a:buFont typeface="Segoe UI" panose="020B0502040204020203" pitchFamily="34" charset="0"/>
              <a:buChar char=" "/>
              <a:defRPr sz="1200"/>
            </a:lvl1pPr>
            <a:lvl2pPr marL="300990" indent="5715">
              <a:spcBef>
                <a:spcPts val="450"/>
              </a:spcBef>
              <a:spcAft>
                <a:spcPts val="900"/>
              </a:spcAft>
              <a:buFont typeface="Segoe UI" panose="020B0502040204020203" pitchFamily="34" charset="0"/>
              <a:buChar char=" "/>
              <a:defRPr sz="12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Click to edit Master text styles</a:t>
            </a:r>
          </a:p>
          <a:p>
            <a:pPr lvl="1"/>
            <a:r>
              <a:rPr lang="en-US"/>
              <a:t>Second level</a:t>
            </a:r>
          </a:p>
        </p:txBody>
      </p:sp>
      <p:sp>
        <p:nvSpPr>
          <p:cNvPr id="5"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3180717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2465643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871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71600"/>
            <a:ext cx="4152900" cy="5105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10100" y="1371600"/>
            <a:ext cx="4152900" cy="5105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p:cNvSpPr>
            <a:spLocks noGrp="1"/>
          </p:cNvSpPr>
          <p:nvPr>
            <p:ph type="title"/>
          </p:nvPr>
        </p:nvSpPr>
        <p:spPr>
          <a:xfrm>
            <a:off x="628650" y="253514"/>
            <a:ext cx="6599246" cy="479910"/>
          </a:xfrm>
          <a:prstGeom prst="rect">
            <a:avLst/>
          </a:prstGeom>
        </p:spPr>
        <p:txBody>
          <a:bodyPr rtlCol="0">
            <a:normAutofit/>
          </a:bodyPr>
          <a:lstStyle>
            <a:lvl1pPr>
              <a:defRPr sz="2200"/>
            </a:lvl1pPr>
          </a:lstStyle>
          <a:p>
            <a:pPr lvl="0"/>
            <a:r>
              <a:rPr lang="en-US"/>
              <a:t>Click to edit Master title style</a:t>
            </a:r>
            <a:endParaRPr lang="en-US" dirty="0"/>
          </a:p>
        </p:txBody>
      </p:sp>
    </p:spTree>
    <p:extLst>
      <p:ext uri="{BB962C8B-B14F-4D97-AF65-F5344CB8AC3E}">
        <p14:creationId xmlns:p14="http://schemas.microsoft.com/office/powerpoint/2010/main" val="18756879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6230B1A-F8B7-06FA-02DF-020AFCBF8997}"/>
              </a:ext>
            </a:extLst>
          </p:cNvPr>
          <p:cNvSpPr>
            <a:spLocks noGrp="1" noChangeArrowheads="1"/>
          </p:cNvSpPr>
          <p:nvPr>
            <p:ph type="title"/>
          </p:nvPr>
        </p:nvSpPr>
        <p:spPr bwMode="auto">
          <a:xfrm>
            <a:off x="628650" y="254000"/>
            <a:ext cx="6599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815E02CC-3ACA-5323-66C0-0BDD9998839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cxnSp>
        <p:nvCxnSpPr>
          <p:cNvPr id="8" name="Straight Connector 7">
            <a:extLst>
              <a:ext uri="{FF2B5EF4-FFF2-40B4-BE49-F238E27FC236}">
                <a16:creationId xmlns:a16="http://schemas.microsoft.com/office/drawing/2014/main" id="{ADB04655-0ADE-01E2-9A69-58307596BA14}"/>
              </a:ext>
            </a:extLst>
          </p:cNvPr>
          <p:cNvCxnSpPr/>
          <p:nvPr/>
        </p:nvCxnSpPr>
        <p:spPr>
          <a:xfrm>
            <a:off x="49213" y="685800"/>
            <a:ext cx="7215187"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1029" name="TextBox 8">
            <a:extLst>
              <a:ext uri="{FF2B5EF4-FFF2-40B4-BE49-F238E27FC236}">
                <a16:creationId xmlns:a16="http://schemas.microsoft.com/office/drawing/2014/main" id="{9A677C65-0603-1D82-AB9C-C6A9479664EF}"/>
              </a:ext>
            </a:extLst>
          </p:cNvPr>
          <p:cNvSpPr txBox="1">
            <a:spLocks noChangeArrowheads="1"/>
          </p:cNvSpPr>
          <p:nvPr/>
        </p:nvSpPr>
        <p:spPr bwMode="auto">
          <a:xfrm>
            <a:off x="9020175" y="1196975"/>
            <a:ext cx="685800" cy="914400"/>
          </a:xfrm>
          <a:prstGeom prst="rect">
            <a:avLst/>
          </a:prstGeom>
          <a:noFill/>
          <a:ln>
            <a:noFill/>
          </a:ln>
        </p:spPr>
        <p:txBody>
          <a:bodyPr wrap="none" lIns="68580" tIns="34290" rIns="68580" bIns="3429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ts val="1350"/>
              </a:lnSpc>
              <a:spcAft>
                <a:spcPts val="450"/>
              </a:spcAft>
              <a:defRPr/>
            </a:pPr>
            <a:endParaRPr lang="en-IN" altLang="en-US" sz="900">
              <a:solidFill>
                <a:srgbClr val="404040"/>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CB7EE510-4593-3BF7-13E0-7CD0E8F758B5}"/>
              </a:ext>
            </a:extLst>
          </p:cNvPr>
          <p:cNvSpPr txBox="1"/>
          <p:nvPr/>
        </p:nvSpPr>
        <p:spPr>
          <a:xfrm>
            <a:off x="8820150" y="449263"/>
            <a:ext cx="311150" cy="228600"/>
          </a:xfrm>
          <a:prstGeom prst="rect">
            <a:avLst/>
          </a:prstGeom>
        </p:spPr>
        <p:txBody>
          <a:bodyPr lIns="68580" tIns="34290" rIns="68580" bIns="34290"/>
          <a:lstStyle/>
          <a:p>
            <a:pPr eaLnBrk="1" fontAlgn="auto" hangingPunct="1">
              <a:lnSpc>
                <a:spcPts val="1350"/>
              </a:lnSpc>
              <a:spcBef>
                <a:spcPts val="0"/>
              </a:spcBef>
              <a:spcAft>
                <a:spcPts val="450"/>
              </a:spcAft>
              <a:defRPr/>
            </a:pPr>
            <a:endParaRPr lang="en-IN" sz="790" b="1"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L-Shape 3">
            <a:extLst>
              <a:ext uri="{FF2B5EF4-FFF2-40B4-BE49-F238E27FC236}">
                <a16:creationId xmlns:a16="http://schemas.microsoft.com/office/drawing/2014/main" id="{828F65E8-2791-DAFE-4ADA-276E2F6B739B}"/>
              </a:ext>
            </a:extLst>
          </p:cNvPr>
          <p:cNvSpPr/>
          <p:nvPr/>
        </p:nvSpPr>
        <p:spPr>
          <a:xfrm rot="10800000">
            <a:off x="1916113" y="0"/>
            <a:ext cx="7227887"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L-Shape 11">
            <a:extLst>
              <a:ext uri="{FF2B5EF4-FFF2-40B4-BE49-F238E27FC236}">
                <a16:creationId xmlns:a16="http://schemas.microsoft.com/office/drawing/2014/main" id="{AF326057-1D9C-0432-E55E-9A566A896586}"/>
              </a:ext>
            </a:extLst>
          </p:cNvPr>
          <p:cNvSpPr/>
          <p:nvPr/>
        </p:nvSpPr>
        <p:spPr>
          <a:xfrm>
            <a:off x="0" y="1682750"/>
            <a:ext cx="7227888" cy="5175250"/>
          </a:xfrm>
          <a:prstGeom prst="corner">
            <a:avLst>
              <a:gd name="adj1" fmla="val 1588"/>
              <a:gd name="adj2" fmla="val 1422"/>
            </a:avLst>
          </a:prstGeom>
          <a:solidFill>
            <a:srgbClr val="E4463B"/>
          </a:solidFill>
          <a:ln>
            <a:solidFill>
              <a:srgbClr val="E446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33" name="TextBox 12">
            <a:extLst>
              <a:ext uri="{FF2B5EF4-FFF2-40B4-BE49-F238E27FC236}">
                <a16:creationId xmlns:a16="http://schemas.microsoft.com/office/drawing/2014/main" id="{54167424-18F9-8EA0-93DD-75B89D6857FA}"/>
              </a:ext>
            </a:extLst>
          </p:cNvPr>
          <p:cNvSpPr txBox="1">
            <a:spLocks noChangeArrowheads="1"/>
          </p:cNvSpPr>
          <p:nvPr/>
        </p:nvSpPr>
        <p:spPr bwMode="auto">
          <a:xfrm>
            <a:off x="7500938" y="6491288"/>
            <a:ext cx="1462087" cy="177800"/>
          </a:xfrm>
          <a:prstGeom prst="rect">
            <a:avLst/>
          </a:prstGeom>
          <a:no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ts val="600"/>
              </a:spcAft>
              <a:defRPr/>
            </a:pPr>
            <a:r>
              <a:rPr lang="en-US" altLang="en-US" sz="900">
                <a:solidFill>
                  <a:srgbClr val="7F7F7F"/>
                </a:solidFill>
                <a:latin typeface="Century Gothic" panose="020B0502020202020204" pitchFamily="34" charset="0"/>
                <a:cs typeface="Segoe UI" panose="020B0502040204020203" pitchFamily="34" charset="0"/>
              </a:rPr>
              <a:t>    Pg. </a:t>
            </a:r>
            <a:fld id="{EE9831A0-FD07-4418-ADD4-4A7A4E3C61A8}" type="slidenum">
              <a:rPr lang="en-US" altLang="en-US" sz="900" smtClean="0">
                <a:solidFill>
                  <a:srgbClr val="7F7F7F"/>
                </a:solidFill>
                <a:latin typeface="Century Gothic" panose="020B0502020202020204" pitchFamily="34" charset="0"/>
                <a:cs typeface="Segoe UI" panose="020B0502040204020203" pitchFamily="34" charset="0"/>
              </a:rPr>
              <a:pPr eaLnBrk="1" hangingPunct="1">
                <a:spcAft>
                  <a:spcPts val="600"/>
                </a:spcAft>
                <a:defRPr/>
              </a:pPr>
              <a:t>‹#›</a:t>
            </a:fld>
            <a:endParaRPr lang="en-US" altLang="en-US" sz="900">
              <a:solidFill>
                <a:srgbClr val="7F7F7F"/>
              </a:solidFill>
              <a:latin typeface="Century Gothic" panose="020B0502020202020204" pitchFamily="34" charset="0"/>
              <a:cs typeface="Segoe UI" panose="020B0502040204020203" pitchFamily="34" charset="0"/>
            </a:endParaRPr>
          </a:p>
        </p:txBody>
      </p:sp>
      <p:pic>
        <p:nvPicPr>
          <p:cNvPr id="1034" name="Picture 14">
            <a:extLst>
              <a:ext uri="{FF2B5EF4-FFF2-40B4-BE49-F238E27FC236}">
                <a16:creationId xmlns:a16="http://schemas.microsoft.com/office/drawing/2014/main" id="{40292A6F-CAE8-B172-1B2E-E54484DF88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29475" y="125413"/>
            <a:ext cx="177165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41" r:id="rId1"/>
    <p:sldLayoutId id="2147483942" r:id="rId2"/>
    <p:sldLayoutId id="2147483943" r:id="rId3"/>
    <p:sldLayoutId id="2147483937" r:id="rId4"/>
    <p:sldLayoutId id="2147483938" r:id="rId5"/>
    <p:sldLayoutId id="2147483939" r:id="rId6"/>
    <p:sldLayoutId id="2147483940" r:id="rId7"/>
    <p:sldLayoutId id="2147483944" r:id="rId8"/>
  </p:sldLayoutIdLst>
  <p:hf hdr="0"/>
  <p:txStyles>
    <p:titleStyle>
      <a:lvl1pPr algn="l" defTabSz="685800" rtl="0" eaLnBrk="0" fontAlgn="base" hangingPunct="0">
        <a:lnSpc>
          <a:spcPct val="90000"/>
        </a:lnSpc>
        <a:spcBef>
          <a:spcPct val="0"/>
        </a:spcBef>
        <a:spcAft>
          <a:spcPct val="0"/>
        </a:spcAft>
        <a:defRPr lang="en-US" sz="2100" b="1" kern="1200">
          <a:solidFill>
            <a:srgbClr val="C00000"/>
          </a:solidFill>
          <a:latin typeface="+mj-lt"/>
          <a:ea typeface="+mj-ea"/>
          <a:cs typeface="+mj-cs"/>
        </a:defRPr>
      </a:lvl1pPr>
      <a:lvl2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2pPr>
      <a:lvl3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3pPr>
      <a:lvl4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4pPr>
      <a:lvl5pPr algn="l" defTabSz="685800" rtl="0" eaLnBrk="0" fontAlgn="base" hangingPunct="0">
        <a:lnSpc>
          <a:spcPct val="90000"/>
        </a:lnSpc>
        <a:spcBef>
          <a:spcPct val="0"/>
        </a:spcBef>
        <a:spcAft>
          <a:spcPct val="0"/>
        </a:spcAft>
        <a:defRPr sz="2100" b="1">
          <a:solidFill>
            <a:srgbClr val="C00000"/>
          </a:solidFill>
          <a:latin typeface="Calibri" panose="020F0502020204030204" pitchFamily="34" charset="0"/>
        </a:defRPr>
      </a:lvl5pPr>
      <a:lvl6pPr marL="457200" algn="l" defTabSz="685800" rtl="0" fontAlgn="base">
        <a:lnSpc>
          <a:spcPct val="90000"/>
        </a:lnSpc>
        <a:spcBef>
          <a:spcPct val="0"/>
        </a:spcBef>
        <a:spcAft>
          <a:spcPct val="0"/>
        </a:spcAft>
        <a:defRPr sz="2100" b="1">
          <a:solidFill>
            <a:srgbClr val="C00000"/>
          </a:solidFill>
          <a:latin typeface="Calibri" panose="020F0502020204030204" pitchFamily="34" charset="0"/>
        </a:defRPr>
      </a:lvl6pPr>
      <a:lvl7pPr marL="914400" algn="l" defTabSz="685800" rtl="0" fontAlgn="base">
        <a:lnSpc>
          <a:spcPct val="90000"/>
        </a:lnSpc>
        <a:spcBef>
          <a:spcPct val="0"/>
        </a:spcBef>
        <a:spcAft>
          <a:spcPct val="0"/>
        </a:spcAft>
        <a:defRPr sz="2100" b="1">
          <a:solidFill>
            <a:srgbClr val="C00000"/>
          </a:solidFill>
          <a:latin typeface="Calibri" panose="020F0502020204030204" pitchFamily="34" charset="0"/>
        </a:defRPr>
      </a:lvl7pPr>
      <a:lvl8pPr marL="1371600" algn="l" defTabSz="685800" rtl="0" fontAlgn="base">
        <a:lnSpc>
          <a:spcPct val="90000"/>
        </a:lnSpc>
        <a:spcBef>
          <a:spcPct val="0"/>
        </a:spcBef>
        <a:spcAft>
          <a:spcPct val="0"/>
        </a:spcAft>
        <a:defRPr sz="2100" b="1">
          <a:solidFill>
            <a:srgbClr val="C00000"/>
          </a:solidFill>
          <a:latin typeface="Calibri" panose="020F0502020204030204" pitchFamily="34" charset="0"/>
        </a:defRPr>
      </a:lvl8pPr>
      <a:lvl9pPr marL="1828800" algn="l" defTabSz="685800" rtl="0" fontAlgn="base">
        <a:lnSpc>
          <a:spcPct val="90000"/>
        </a:lnSpc>
        <a:spcBef>
          <a:spcPct val="0"/>
        </a:spcBef>
        <a:spcAft>
          <a:spcPct val="0"/>
        </a:spcAft>
        <a:defRPr sz="2100" b="1">
          <a:solidFill>
            <a:srgbClr val="C00000"/>
          </a:solidFill>
          <a:latin typeface="Calibri" panose="020F0502020204030204" pitchFamily="34" charset="0"/>
        </a:defRPr>
      </a:lvl9pPr>
    </p:titleStyle>
    <p:bodyStyle>
      <a:lvl1pPr marL="171450" indent="-171450" algn="l" defTabSz="685800" rtl="0" eaLnBrk="0" fontAlgn="base" hangingPunct="0">
        <a:lnSpc>
          <a:spcPct val="120000"/>
        </a:lnSpc>
        <a:spcBef>
          <a:spcPts val="750"/>
        </a:spcBef>
        <a:spcAft>
          <a:spcPct val="0"/>
        </a:spcAft>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0" fontAlgn="base" hangingPunct="0">
        <a:lnSpc>
          <a:spcPct val="120000"/>
        </a:lnSpc>
        <a:spcBef>
          <a:spcPts val="375"/>
        </a:spcBef>
        <a:spcAft>
          <a:spcPct val="0"/>
        </a:spcAft>
        <a:buFont typeface="Arial" panose="020B0604020202020204" pitchFamily="34" charset="0"/>
        <a:buChar char="•"/>
        <a:defRPr sz="1400" kern="1200">
          <a:solidFill>
            <a:schemeClr val="tx1"/>
          </a:solidFill>
          <a:latin typeface="+mn-lt"/>
          <a:ea typeface="+mn-ea"/>
          <a:cs typeface="+mn-cs"/>
        </a:defRPr>
      </a:lvl2pPr>
      <a:lvl3pPr marL="857250" indent="-171450" algn="l" defTabSz="685800" rtl="0" eaLnBrk="0" fontAlgn="base" hangingPunct="0">
        <a:lnSpc>
          <a:spcPct val="120000"/>
        </a:lnSpc>
        <a:spcBef>
          <a:spcPts val="375"/>
        </a:spcBef>
        <a:spcAft>
          <a:spcPct val="0"/>
        </a:spcAft>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0" fontAlgn="base" hangingPunct="0">
        <a:lnSpc>
          <a:spcPct val="120000"/>
        </a:lnSpc>
        <a:spcBef>
          <a:spcPts val="375"/>
        </a:spcBef>
        <a:spcAft>
          <a:spcPct val="0"/>
        </a:spcAft>
        <a:buFont typeface="Arial" panose="020B0604020202020204" pitchFamily="34" charset="0"/>
        <a:buChar char="•"/>
        <a:defRPr sz="1100" kern="1200">
          <a:solidFill>
            <a:schemeClr val="tx1"/>
          </a:solidFill>
          <a:latin typeface="+mn-lt"/>
          <a:ea typeface="+mn-ea"/>
          <a:cs typeface="+mn-cs"/>
        </a:defRPr>
      </a:lvl4pPr>
      <a:lvl5pPr marL="1543050" indent="-171450" algn="l" defTabSz="685800" rtl="0" eaLnBrk="0" fontAlgn="base" hangingPunct="0">
        <a:lnSpc>
          <a:spcPct val="120000"/>
        </a:lnSpc>
        <a:spcBef>
          <a:spcPts val="375"/>
        </a:spcBef>
        <a:spcAft>
          <a:spcPct val="0"/>
        </a:spcAft>
        <a:buFont typeface="Arial" panose="020B0604020202020204" pitchFamily="34" charset="0"/>
        <a:buChar char="•"/>
        <a:defRPr sz="1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3164D59-C789-673D-3654-4CFDB1CCCEC4}"/>
              </a:ext>
            </a:extLst>
          </p:cNvPr>
          <p:cNvSpPr txBox="1"/>
          <p:nvPr/>
        </p:nvSpPr>
        <p:spPr>
          <a:xfrm>
            <a:off x="0" y="5060950"/>
            <a:ext cx="9018588" cy="1577975"/>
          </a:xfrm>
          <a:prstGeom prst="rect">
            <a:avLst/>
          </a:prstGeom>
        </p:spPr>
        <p:txBody>
          <a:bodyPr/>
          <a:lstStyle/>
          <a:p>
            <a:pPr algn="ctr" defTabSz="685800" fontAlgn="auto">
              <a:lnSpc>
                <a:spcPct val="90000"/>
              </a:lnSpc>
              <a:spcAft>
                <a:spcPts val="0"/>
              </a:spcAft>
              <a:defRPr/>
            </a:pPr>
            <a:r>
              <a:rPr lang="en-US" altLang="en-US" sz="2400" b="1" dirty="0">
                <a:solidFill>
                  <a:srgbClr val="00B0F0"/>
                </a:solidFill>
                <a:latin typeface="Times New Roman" panose="02020603050405020304" pitchFamily="18" charset="0"/>
                <a:ea typeface="+mj-ea"/>
                <a:cs typeface="+mj-cs"/>
              </a:rPr>
              <a:t>Department of Computer Science And Engineering(Cyber Security)</a:t>
            </a:r>
            <a:br>
              <a:rPr lang="en-US" altLang="en-US" sz="2000" b="1" dirty="0">
                <a:solidFill>
                  <a:srgbClr val="00B0F0"/>
                </a:solidFill>
                <a:latin typeface="Times New Roman" panose="02020603050405020304" pitchFamily="18" charset="0"/>
                <a:ea typeface="+mj-ea"/>
                <a:cs typeface="+mj-cs"/>
              </a:rPr>
            </a:br>
            <a:r>
              <a:rPr lang="en-US" altLang="en-US" sz="2400" b="1" dirty="0">
                <a:solidFill>
                  <a:srgbClr val="00B0F0"/>
                </a:solidFill>
                <a:latin typeface="Times New Roman" panose="02020603050405020304" pitchFamily="18" charset="0"/>
                <a:ea typeface="+mj-ea"/>
                <a:cs typeface="+mj-cs"/>
              </a:rPr>
              <a:t> S V COLLEGE OF ENGINEERING</a:t>
            </a:r>
            <a:endParaRPr lang="en-US" altLang="en-US" sz="2000" b="1" dirty="0">
              <a:solidFill>
                <a:srgbClr val="00B0F0"/>
              </a:solidFill>
              <a:latin typeface="Times New Roman" panose="02020603050405020304" pitchFamily="18" charset="0"/>
              <a:ea typeface="+mj-ea"/>
              <a:cs typeface="+mj-cs"/>
            </a:endParaRPr>
          </a:p>
          <a:p>
            <a:pPr algn="ctr" defTabSz="685800" fontAlgn="auto">
              <a:lnSpc>
                <a:spcPct val="90000"/>
              </a:lnSpc>
              <a:spcAft>
                <a:spcPts val="0"/>
              </a:spcAft>
              <a:defRPr/>
            </a:pPr>
            <a:r>
              <a:rPr lang="en-US" altLang="en-US" sz="2000" b="1" dirty="0">
                <a:solidFill>
                  <a:srgbClr val="00B0F0"/>
                </a:solidFill>
                <a:latin typeface="Times New Roman" panose="02020603050405020304" pitchFamily="18" charset="0"/>
                <a:ea typeface="+mj-ea"/>
                <a:cs typeface="+mj-cs"/>
              </a:rPr>
              <a:t>(Autonomous)  </a:t>
            </a:r>
          </a:p>
          <a:p>
            <a:pPr algn="ctr" defTabSz="685800" fontAlgn="auto">
              <a:lnSpc>
                <a:spcPct val="90000"/>
              </a:lnSpc>
              <a:spcAft>
                <a:spcPts val="0"/>
              </a:spcAft>
              <a:defRPr/>
            </a:pPr>
            <a:r>
              <a:rPr lang="en-US" altLang="en-US" sz="2000" b="1" dirty="0">
                <a:solidFill>
                  <a:srgbClr val="00B0F0"/>
                </a:solidFill>
                <a:latin typeface="Times New Roman" panose="02020603050405020304" pitchFamily="18" charset="0"/>
                <a:ea typeface="+mj-ea"/>
                <a:cs typeface="+mj-cs"/>
              </a:rPr>
              <a:t>Karakambadi Road, Opp. LIC Training Center</a:t>
            </a:r>
            <a:br>
              <a:rPr lang="en-US" altLang="en-US" sz="2000" b="1" dirty="0">
                <a:solidFill>
                  <a:srgbClr val="00B0F0"/>
                </a:solidFill>
                <a:latin typeface="Times New Roman" panose="02020603050405020304" pitchFamily="18" charset="0"/>
                <a:ea typeface="+mj-ea"/>
                <a:cs typeface="+mj-cs"/>
              </a:rPr>
            </a:br>
            <a:r>
              <a:rPr lang="en-US" altLang="en-US" sz="2000" b="1" dirty="0">
                <a:solidFill>
                  <a:srgbClr val="00B0F0"/>
                </a:solidFill>
                <a:latin typeface="Times New Roman" panose="02020603050405020304" pitchFamily="18" charset="0"/>
                <a:ea typeface="+mj-ea"/>
                <a:cs typeface="+mj-cs"/>
              </a:rPr>
              <a:t>Tirupati-517507</a:t>
            </a:r>
            <a:br>
              <a:rPr lang="en-US" altLang="en-US" sz="2800" b="1" dirty="0">
                <a:solidFill>
                  <a:srgbClr val="C00000"/>
                </a:solidFill>
                <a:latin typeface="Times New Roman" panose="02020603050405020304" pitchFamily="18" charset="0"/>
                <a:ea typeface="+mj-ea"/>
                <a:cs typeface="Times New Roman" panose="02020603050405020304" pitchFamily="18" charset="0"/>
              </a:rPr>
            </a:br>
            <a:endParaRPr lang="en-US" sz="2800" b="1" dirty="0">
              <a:solidFill>
                <a:srgbClr val="C00000"/>
              </a:solidFill>
              <a:latin typeface="+mj-lt"/>
              <a:ea typeface="+mj-ea"/>
              <a:cs typeface="+mj-cs"/>
            </a:endParaRPr>
          </a:p>
        </p:txBody>
      </p:sp>
      <p:sp>
        <p:nvSpPr>
          <p:cNvPr id="8195" name="TextBox 5">
            <a:extLst>
              <a:ext uri="{FF2B5EF4-FFF2-40B4-BE49-F238E27FC236}">
                <a16:creationId xmlns:a16="http://schemas.microsoft.com/office/drawing/2014/main" id="{1C60DB53-466E-A6B8-5F0B-516EE6A9311C}"/>
              </a:ext>
            </a:extLst>
          </p:cNvPr>
          <p:cNvSpPr txBox="1">
            <a:spLocks noChangeArrowheads="1"/>
          </p:cNvSpPr>
          <p:nvPr/>
        </p:nvSpPr>
        <p:spPr bwMode="auto">
          <a:xfrm>
            <a:off x="2092325" y="4094163"/>
            <a:ext cx="5822950" cy="830262"/>
          </a:xfrm>
          <a:prstGeom prst="rect">
            <a:avLst/>
          </a:prstGeom>
          <a:noFill/>
          <a:ln>
            <a:noFill/>
          </a:ln>
        </p:spPr>
        <p:txBody>
          <a:bodyPr>
            <a:spAutoFit/>
          </a:bodyPr>
          <a:lstStyle>
            <a:lvl1pPr marL="171450" indent="-171450" defTabSz="685800">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68580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defTabSz="6858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defTabSz="6858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defTabSz="6858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defTabSz="6858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defTabSz="6858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defTabSz="6858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defTabSz="6858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marL="0" indent="0" algn="ctr" eaLnBrk="1" hangingPunct="1">
              <a:buFont typeface="Arial" panose="020B0604020202020204" pitchFamily="34" charset="0"/>
              <a:buNone/>
              <a:defRPr/>
            </a:pPr>
            <a:r>
              <a:rPr lang="en-US" altLang="en-US" sz="1800" b="1" dirty="0">
                <a:solidFill>
                  <a:srgbClr val="00B050"/>
                </a:solidFill>
                <a:latin typeface="Times New Roman" panose="02020603050405020304" pitchFamily="18" charset="0"/>
              </a:rPr>
              <a:t>Under the guidance of </a:t>
            </a:r>
          </a:p>
          <a:p>
            <a:pPr marL="0" indent="0" algn="ctr" eaLnBrk="1" hangingPunct="1">
              <a:buFont typeface="Arial" panose="020B0604020202020204" pitchFamily="34" charset="0"/>
              <a:buNone/>
              <a:defRPr/>
            </a:pPr>
            <a:r>
              <a:rPr lang="en-IN" altLang="en-US" sz="1800" b="1" dirty="0">
                <a:solidFill>
                  <a:srgbClr val="00B050"/>
                </a:solidFill>
                <a:latin typeface="Times New Roman" panose="02020603050405020304" pitchFamily="18" charset="0"/>
                <a:cs typeface="Times New Roman" panose="02020603050405020304" pitchFamily="18" charset="0"/>
              </a:rPr>
              <a:t>Mr. K Nagendra Rao, Assistant Professor, Dept of CSC</a:t>
            </a:r>
            <a:endParaRPr lang="en-US" altLang="en-US" sz="1800" dirty="0">
              <a:solidFill>
                <a:schemeClr val="accent6"/>
              </a:solidFill>
              <a:latin typeface="Times New Roman" panose="02020603050405020304" pitchFamily="18" charset="0"/>
            </a:endParaRPr>
          </a:p>
        </p:txBody>
      </p:sp>
      <p:sp>
        <p:nvSpPr>
          <p:cNvPr id="8196" name="TextBox 5">
            <a:extLst>
              <a:ext uri="{FF2B5EF4-FFF2-40B4-BE49-F238E27FC236}">
                <a16:creationId xmlns:a16="http://schemas.microsoft.com/office/drawing/2014/main" id="{E68DD972-CFA9-3885-6329-73DE34AD67ED}"/>
              </a:ext>
            </a:extLst>
          </p:cNvPr>
          <p:cNvSpPr txBox="1">
            <a:spLocks noChangeArrowheads="1"/>
          </p:cNvSpPr>
          <p:nvPr/>
        </p:nvSpPr>
        <p:spPr bwMode="auto">
          <a:xfrm>
            <a:off x="1228725" y="1695450"/>
            <a:ext cx="6807200" cy="2640013"/>
          </a:xfrm>
          <a:prstGeom prst="rect">
            <a:avLst/>
          </a:prstGeom>
          <a:noFill/>
          <a:ln w="9525">
            <a:noFill/>
            <a:miter lim="800000"/>
            <a:headEnd/>
            <a:tailEnd/>
          </a:ln>
        </p:spPr>
        <p:txBody>
          <a:bodyPr>
            <a:spAutoFit/>
          </a:bodyPr>
          <a:lstStyle/>
          <a:p>
            <a:pPr algn="ctr">
              <a:spcBef>
                <a:spcPct val="20000"/>
              </a:spcBef>
              <a:defRPr/>
            </a:pPr>
            <a:r>
              <a:rPr lang="en-IN" altLang="en-GB" dirty="0">
                <a:solidFill>
                  <a:srgbClr val="C00000"/>
                </a:solidFill>
                <a:ea typeface="Calibri" pitchFamily="34" charset="0"/>
                <a:cs typeface="Calibri" pitchFamily="34" charset="0"/>
              </a:rPr>
              <a:t>Presented By</a:t>
            </a:r>
          </a:p>
          <a:p>
            <a:pPr algn="ctr">
              <a:spcBef>
                <a:spcPct val="20000"/>
              </a:spcBef>
              <a:defRPr/>
            </a:pPr>
            <a:endParaRPr lang="en-US" dirty="0">
              <a:solidFill>
                <a:srgbClr val="000000"/>
              </a:solidFill>
              <a:latin typeface="+mj-lt"/>
            </a:endParaRPr>
          </a:p>
          <a:p>
            <a:pPr algn="ct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YERRAPPAGARI HEMA SREE         	 (22BFA37070)</a:t>
            </a:r>
          </a:p>
          <a:p>
            <a:pPr algn="ct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GURRAMKONDA UMAR SHAROOK             (22BFA37046)         </a:t>
            </a:r>
          </a:p>
          <a:p>
            <a:pPr algn="ctr">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MADDILETI HARI PRASAD             	 (22BFA37059)</a:t>
            </a:r>
            <a:br>
              <a:rPr lang="en-US" b="1" dirty="0">
                <a:solidFill>
                  <a:schemeClr val="accent1">
                    <a:lumMod val="75000"/>
                  </a:schemeClr>
                </a:solidFill>
                <a:latin typeface="Times New Roman" panose="02020603050405020304" pitchFamily="18" charset="0"/>
                <a:cs typeface="Times New Roman" panose="02020603050405020304" pitchFamily="18" charset="0"/>
              </a:rPr>
            </a:br>
            <a:r>
              <a:rPr lang="en-US" b="1" dirty="0">
                <a:solidFill>
                  <a:schemeClr val="accent1">
                    <a:lumMod val="75000"/>
                  </a:schemeClr>
                </a:solidFill>
                <a:latin typeface="Times New Roman" panose="02020603050405020304" pitchFamily="18" charset="0"/>
                <a:cs typeface="Times New Roman" panose="02020603050405020304" pitchFamily="18" charset="0"/>
              </a:rPr>
              <a:t>NARA MANOJ KUMAR               		 (22BFA37065)</a:t>
            </a:r>
          </a:p>
          <a:p>
            <a:pPr algn="ctr">
              <a:defRPr/>
            </a:pPr>
            <a:r>
              <a:rPr lang="en-US" dirty="0">
                <a:solidFill>
                  <a:srgbClr val="000000"/>
                </a:solidFill>
                <a:latin typeface="+mj-lt"/>
              </a:rPr>
              <a:t>	                           </a:t>
            </a:r>
          </a:p>
        </p:txBody>
      </p:sp>
      <p:sp>
        <p:nvSpPr>
          <p:cNvPr id="8197" name="Rectangle 8">
            <a:extLst>
              <a:ext uri="{FF2B5EF4-FFF2-40B4-BE49-F238E27FC236}">
                <a16:creationId xmlns:a16="http://schemas.microsoft.com/office/drawing/2014/main" id="{2B998D9A-8FF6-ACD4-1D5C-AE4FBA40493C}"/>
              </a:ext>
            </a:extLst>
          </p:cNvPr>
          <p:cNvSpPr>
            <a:spLocks noChangeArrowheads="1"/>
          </p:cNvSpPr>
          <p:nvPr/>
        </p:nvSpPr>
        <p:spPr bwMode="auto">
          <a:xfrm>
            <a:off x="696913" y="777875"/>
            <a:ext cx="80867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lgn="ctr">
              <a:lnSpc>
                <a:spcPct val="115000"/>
              </a:lnSpc>
              <a:buFont typeface="Arial" panose="020B0604020202020204" pitchFamily="34" charset="0"/>
              <a:buNone/>
            </a:pPr>
            <a:r>
              <a:rPr lang="en-US" altLang="en-US" sz="2400" b="1"/>
              <a:t>Adaptive monitoring for early-stage ransomware detection </a:t>
            </a:r>
            <a:br>
              <a:rPr lang="en-US" altLang="en-US" sz="2400" b="1"/>
            </a:br>
            <a:r>
              <a:rPr lang="en-US" altLang="en-US" sz="2400" b="1"/>
              <a:t>in Network Traffic Analysis</a:t>
            </a:r>
            <a:endParaRPr lang="en-US" altLang="en-US" sz="2400"/>
          </a:p>
        </p:txBody>
      </p:sp>
      <p:sp>
        <p:nvSpPr>
          <p:cNvPr id="8198" name="TextBox 3">
            <a:extLst>
              <a:ext uri="{FF2B5EF4-FFF2-40B4-BE49-F238E27FC236}">
                <a16:creationId xmlns:a16="http://schemas.microsoft.com/office/drawing/2014/main" id="{38A89B29-9979-9AC0-9382-D091C9FDEAE8}"/>
              </a:ext>
            </a:extLst>
          </p:cNvPr>
          <p:cNvSpPr txBox="1">
            <a:spLocks noChangeArrowheads="1"/>
          </p:cNvSpPr>
          <p:nvPr/>
        </p:nvSpPr>
        <p:spPr bwMode="auto">
          <a:xfrm>
            <a:off x="4856163" y="2633663"/>
            <a:ext cx="1787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EF11A026-D136-C1CA-2C97-16B396F7A26B}"/>
              </a:ext>
            </a:extLst>
          </p:cNvPr>
          <p:cNvSpPr>
            <a:spLocks noGrp="1" noChangeArrowheads="1"/>
          </p:cNvSpPr>
          <p:nvPr>
            <p:ph type="title"/>
          </p:nvPr>
        </p:nvSpPr>
        <p:spPr>
          <a:xfrm>
            <a:off x="392113" y="254000"/>
            <a:ext cx="6732587" cy="479425"/>
          </a:xfrm>
        </p:spPr>
        <p:txBody>
          <a:bodyPr/>
          <a:lstStyle/>
          <a:p>
            <a:pPr eaLnBrk="1" hangingPunct="1"/>
            <a:r>
              <a:rPr altLang="en-US" sz="2400"/>
              <a:t> </a:t>
            </a:r>
            <a:endParaRPr lang="en-IN" altLang="en-US" sz="2400"/>
          </a:p>
        </p:txBody>
      </p:sp>
      <p:sp>
        <p:nvSpPr>
          <p:cNvPr id="2" name="Rectangle 1">
            <a:extLst>
              <a:ext uri="{FF2B5EF4-FFF2-40B4-BE49-F238E27FC236}">
                <a16:creationId xmlns:a16="http://schemas.microsoft.com/office/drawing/2014/main" id="{99FF105A-0EDD-8A0D-B5FD-234041526A51}"/>
              </a:ext>
            </a:extLst>
          </p:cNvPr>
          <p:cNvSpPr/>
          <p:nvPr/>
        </p:nvSpPr>
        <p:spPr>
          <a:xfrm>
            <a:off x="176213" y="955675"/>
            <a:ext cx="8791575" cy="3889375"/>
          </a:xfrm>
          <a:prstGeom prst="rect">
            <a:avLst/>
          </a:prstGeom>
        </p:spPr>
        <p:txBody>
          <a:bodyPr/>
          <a:lstStyle/>
          <a:p>
            <a:pPr eaLnBrk="1" fontAlgn="auto" hangingPunct="1">
              <a:spcBef>
                <a:spcPts val="0"/>
              </a:spcBef>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sym typeface="+mn-ea"/>
              </a:rPr>
              <a:t>Abstract</a:t>
            </a:r>
          </a:p>
          <a:p>
            <a:pPr eaLnBrk="1" fontAlgn="auto" hangingPunct="1">
              <a:spcBef>
                <a:spcPts val="0"/>
              </a:spcBef>
              <a:spcAft>
                <a:spcPts val="0"/>
              </a:spcAft>
              <a:buFont typeface="Wingdings" panose="05000000000000000000" pitchFamily="2" charset="2"/>
              <a:buChar char="Ø"/>
              <a:defRPr/>
            </a:pPr>
            <a:r>
              <a:rPr sz="2400" dirty="0">
                <a:latin typeface="Times New Roman" panose="02020603050405020304" pitchFamily="18" charset="0"/>
                <a:cs typeface="Times New Roman" panose="02020603050405020304" pitchFamily="18" charset="0"/>
                <a:sym typeface="+mn-ea"/>
              </a:rPr>
              <a:t>Introduction </a:t>
            </a:r>
            <a:endParaRPr lang="en-US" sz="2400" dirty="0">
              <a:latin typeface="Times New Roman" panose="02020603050405020304" pitchFamily="18" charset="0"/>
              <a:cs typeface="Times New Roman" panose="02020603050405020304" pitchFamily="18" charset="0"/>
              <a:sym typeface="+mn-ea"/>
            </a:endParaRPr>
          </a:p>
          <a:p>
            <a:pPr eaLnBrk="1" fontAlgn="auto" hangingPunct="1">
              <a:spcBef>
                <a:spcPts val="0"/>
              </a:spcBef>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sym typeface="+mn-ea"/>
              </a:rPr>
              <a:t>Existing System</a:t>
            </a:r>
          </a:p>
          <a:p>
            <a:pPr eaLnBrk="1" fontAlgn="auto" hangingPunct="1">
              <a:spcBef>
                <a:spcPts val="0"/>
              </a:spcBef>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sym typeface="+mn-ea"/>
              </a:rPr>
              <a:t>Proposed System</a:t>
            </a:r>
            <a:r>
              <a:rPr sz="2400" dirty="0">
                <a:latin typeface="Times New Roman" panose="02020603050405020304" pitchFamily="18" charset="0"/>
                <a:cs typeface="Times New Roman" panose="02020603050405020304" pitchFamily="18" charset="0"/>
                <a:sym typeface="+mn-ea"/>
              </a:rPr>
              <a:t> </a:t>
            </a:r>
            <a:endParaRPr lang="en-US" sz="2400" dirty="0">
              <a:latin typeface="Times New Roman" panose="02020603050405020304" pitchFamily="18" charset="0"/>
              <a:cs typeface="Times New Roman" panose="02020603050405020304" pitchFamily="18" charset="0"/>
              <a:sym typeface="+mn-ea"/>
            </a:endParaRPr>
          </a:p>
          <a:p>
            <a:pPr eaLnBrk="1" fontAlgn="auto" hangingPunct="1">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Modules Description</a:t>
            </a:r>
            <a:endParaRPr lang="en-US" sz="2400" dirty="0">
              <a:latin typeface="Times New Roman" panose="02020603050405020304" pitchFamily="18" charset="0"/>
              <a:cs typeface="Times New Roman" panose="02020603050405020304" pitchFamily="18" charset="0"/>
              <a:sym typeface="+mn-ea"/>
            </a:endParaRPr>
          </a:p>
          <a:p>
            <a:pPr eaLnBrk="1" fontAlgn="auto" hangingPunct="1">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UML Diagrams</a:t>
            </a:r>
          </a:p>
          <a:p>
            <a:pPr eaLnBrk="1" fontAlgn="auto" hangingPunct="1">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Software and Hardware requirements</a:t>
            </a:r>
          </a:p>
          <a:p>
            <a:pPr fontAlgn="auto">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Project Implementation</a:t>
            </a:r>
          </a:p>
          <a:p>
            <a:pPr fontAlgn="auto">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Testing</a:t>
            </a:r>
          </a:p>
          <a:p>
            <a:pPr fontAlgn="auto">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Results</a:t>
            </a:r>
          </a:p>
          <a:p>
            <a:pPr fontAlgn="auto">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Future Enhancements</a:t>
            </a:r>
            <a:endParaRPr sz="2400" dirty="0">
              <a:latin typeface="Times New Roman" panose="02020603050405020304" pitchFamily="18" charset="0"/>
              <a:cs typeface="Times New Roman" panose="02020603050405020304" pitchFamily="18" charset="0"/>
            </a:endParaRPr>
          </a:p>
          <a:p>
            <a:pPr eaLnBrk="1" fontAlgn="auto" hangingPunct="1">
              <a:spcBef>
                <a:spcPts val="0"/>
              </a:spcBef>
              <a:spcAft>
                <a:spcPts val="0"/>
              </a:spcAf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sym typeface="+mn-ea"/>
              </a:rPr>
              <a:t>C</a:t>
            </a:r>
            <a:r>
              <a:rPr sz="2400" dirty="0">
                <a:latin typeface="Times New Roman" panose="02020603050405020304" pitchFamily="18" charset="0"/>
                <a:cs typeface="Times New Roman" panose="02020603050405020304" pitchFamily="18" charset="0"/>
                <a:sym typeface="+mn-ea"/>
              </a:rPr>
              <a:t>onclusions</a:t>
            </a:r>
            <a:endParaRPr lang="en-US" sz="2400" dirty="0">
              <a:latin typeface="Times New Roman" panose="02020603050405020304" pitchFamily="18" charset="0"/>
              <a:cs typeface="Times New Roman" panose="02020603050405020304" pitchFamily="18" charset="0"/>
              <a:sym typeface="+mn-ea"/>
            </a:endParaRPr>
          </a:p>
          <a:p>
            <a:pPr eaLnBrk="1" fontAlgn="auto" hangingPunct="1">
              <a:spcBef>
                <a:spcPts val="0"/>
              </a:spcBef>
              <a:spcAft>
                <a:spcPts val="0"/>
              </a:spcAft>
              <a:buFont typeface="Wingdings" panose="05000000000000000000" pitchFamily="2" charset="2"/>
              <a:buChar char="Ø"/>
              <a:defRPr/>
            </a:pPr>
            <a:r>
              <a:rPr lang="en-IN" sz="2400" dirty="0">
                <a:latin typeface="Times New Roman" panose="02020603050405020304" pitchFamily="18" charset="0"/>
                <a:cs typeface="Times New Roman" panose="02020603050405020304" pitchFamily="18" charset="0"/>
                <a:sym typeface="+mn-ea"/>
              </a:rPr>
              <a:t>References</a:t>
            </a:r>
            <a:endParaRPr sz="2400" dirty="0">
              <a:latin typeface="Times New Roman" panose="02020603050405020304" pitchFamily="18" charset="0"/>
              <a:cs typeface="Times New Roman" panose="02020603050405020304" pitchFamily="18" charset="0"/>
            </a:endParaRPr>
          </a:p>
          <a:p>
            <a:pPr marL="342900" indent="-342900" eaLnBrk="1" fontAlgn="auto" hangingPunct="1">
              <a:lnSpc>
                <a:spcPct val="150000"/>
              </a:lnSpc>
              <a:spcBef>
                <a:spcPts val="0"/>
              </a:spcBef>
              <a:spcAft>
                <a:spcPts val="0"/>
              </a:spcAft>
              <a:buFont typeface="Arial" panose="020B0604020202020204" pitchFamily="34" charset="0"/>
              <a:buChar char="•"/>
              <a:defRPr/>
            </a:pPr>
            <a:endParaRPr lang="en-IN" altLang="en-US" sz="2400" b="1" dirty="0">
              <a:solidFill>
                <a:srgbClr val="0070C0"/>
              </a:solidFill>
              <a:latin typeface="+mn-lt"/>
            </a:endParaRPr>
          </a:p>
          <a:p>
            <a:pPr marL="342900" indent="-342900" eaLnBrk="1" fontAlgn="auto" hangingPunct="1">
              <a:lnSpc>
                <a:spcPct val="150000"/>
              </a:lnSpc>
              <a:spcBef>
                <a:spcPts val="0"/>
              </a:spcBef>
              <a:spcAft>
                <a:spcPts val="0"/>
              </a:spcAft>
              <a:buFont typeface="Arial" panose="020B0604020202020204" pitchFamily="34" charset="0"/>
              <a:buChar char="•"/>
              <a:defRPr/>
            </a:pPr>
            <a:endParaRPr lang="en-IN" altLang="en-US" sz="2400" b="1" dirty="0">
              <a:solidFill>
                <a:srgbClr val="0070C0"/>
              </a:solidFill>
              <a:latin typeface="+mn-lt"/>
            </a:endParaRPr>
          </a:p>
          <a:p>
            <a:pPr marL="342900" indent="-342900" eaLnBrk="1" fontAlgn="auto" hangingPunct="1">
              <a:lnSpc>
                <a:spcPct val="150000"/>
              </a:lnSpc>
              <a:spcBef>
                <a:spcPts val="0"/>
              </a:spcBef>
              <a:spcAft>
                <a:spcPts val="0"/>
              </a:spcAft>
              <a:buFont typeface="Arial" panose="020B0604020202020204" pitchFamily="34" charset="0"/>
              <a:buChar char="•"/>
              <a:defRPr/>
            </a:pPr>
            <a:endParaRPr lang="en-US" sz="2400" b="1" dirty="0">
              <a:solidFill>
                <a:srgbClr val="0070C0"/>
              </a:solidFill>
              <a:latin typeface="+mn-lt"/>
            </a:endParaRPr>
          </a:p>
          <a:p>
            <a:pPr marL="342900" indent="-342900" eaLnBrk="1" fontAlgn="auto" hangingPunct="1">
              <a:lnSpc>
                <a:spcPct val="200000"/>
              </a:lnSpc>
              <a:spcBef>
                <a:spcPts val="0"/>
              </a:spcBef>
              <a:spcAft>
                <a:spcPts val="0"/>
              </a:spcAft>
              <a:buFont typeface="Arial" panose="020B0604020202020204" pitchFamily="34" charset="0"/>
              <a:buChar char="•"/>
              <a:defRPr/>
            </a:pPr>
            <a:endParaRPr lang="en-IN" sz="2400" b="1" dirty="0">
              <a:solidFill>
                <a:srgbClr val="0070C0"/>
              </a:solidFill>
              <a:latin typeface="+mn-lt"/>
            </a:endParaRPr>
          </a:p>
          <a:p>
            <a:pPr marL="342900" indent="-342900" eaLnBrk="1" fontAlgn="auto" hangingPunct="1">
              <a:lnSpc>
                <a:spcPct val="200000"/>
              </a:lnSpc>
              <a:spcBef>
                <a:spcPts val="0"/>
              </a:spcBef>
              <a:spcAft>
                <a:spcPts val="0"/>
              </a:spcAft>
              <a:buFont typeface="Arial" panose="020B0604020202020204" pitchFamily="34" charset="0"/>
              <a:buChar char="•"/>
              <a:defRPr/>
            </a:pPr>
            <a:endParaRPr lang="en-US" altLang="en-US" sz="2400" b="1" dirty="0">
              <a:latin typeface="+mn-lt"/>
            </a:endParaRPr>
          </a:p>
        </p:txBody>
      </p:sp>
      <p:sp>
        <p:nvSpPr>
          <p:cNvPr id="3" name="Rectangle 2">
            <a:extLst>
              <a:ext uri="{FF2B5EF4-FFF2-40B4-BE49-F238E27FC236}">
                <a16:creationId xmlns:a16="http://schemas.microsoft.com/office/drawing/2014/main" id="{F2E6CDE7-A030-5589-5EC3-3F6D5F9AE27C}"/>
              </a:ext>
            </a:extLst>
          </p:cNvPr>
          <p:cNvSpPr txBox="1">
            <a:spLocks noChangeArrowheads="1"/>
          </p:cNvSpPr>
          <p:nvPr/>
        </p:nvSpPr>
        <p:spPr>
          <a:xfrm>
            <a:off x="176213" y="109538"/>
            <a:ext cx="7008812" cy="509587"/>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C</a:t>
            </a:r>
            <a:r>
              <a:rPr lang="en-IN" altLang="en-US" sz="3200" b="1" dirty="0">
                <a:solidFill>
                  <a:srgbClr val="C00000"/>
                </a:solidFill>
                <a:effectLst>
                  <a:outerShdw blurRad="38100" dist="38100" dir="2700000" algn="tl">
                    <a:srgbClr val="000000"/>
                  </a:outerShdw>
                </a:effectLst>
                <a:latin typeface="+mj-lt"/>
                <a:ea typeface="+mj-ea"/>
                <a:cs typeface="+mj-cs"/>
              </a:rPr>
              <a:t>ONTENTS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D32A851-C9A4-A91D-F789-895C1E037EB7}"/>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ABSTRACT</a:t>
            </a:r>
          </a:p>
        </p:txBody>
      </p:sp>
      <p:sp>
        <p:nvSpPr>
          <p:cNvPr id="10243" name="Content Placeholder 2">
            <a:extLst>
              <a:ext uri="{FF2B5EF4-FFF2-40B4-BE49-F238E27FC236}">
                <a16:creationId xmlns:a16="http://schemas.microsoft.com/office/drawing/2014/main" id="{7FE97C46-E635-1BD9-C3E9-F356E7FB2763}"/>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0244" name="Content Placeholder 2">
            <a:extLst>
              <a:ext uri="{FF2B5EF4-FFF2-40B4-BE49-F238E27FC236}">
                <a16:creationId xmlns:a16="http://schemas.microsoft.com/office/drawing/2014/main" id="{3BEC614B-3586-E44C-1C1A-842F64D73DDF}"/>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0245" name="TextBox 18">
            <a:extLst>
              <a:ext uri="{FF2B5EF4-FFF2-40B4-BE49-F238E27FC236}">
                <a16:creationId xmlns:a16="http://schemas.microsoft.com/office/drawing/2014/main" id="{DE3FD85F-10A8-CB68-3FBE-FE037A9857CB}"/>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10246" name="TextBox 22">
            <a:extLst>
              <a:ext uri="{FF2B5EF4-FFF2-40B4-BE49-F238E27FC236}">
                <a16:creationId xmlns:a16="http://schemas.microsoft.com/office/drawing/2014/main" id="{3025CAEF-2FFF-A19A-BE57-44A11CFDD01E}"/>
              </a:ext>
            </a:extLst>
          </p:cNvPr>
          <p:cNvSpPr txBox="1">
            <a:spLocks noChangeArrowheads="1"/>
          </p:cNvSpPr>
          <p:nvPr/>
        </p:nvSpPr>
        <p:spPr bwMode="auto">
          <a:xfrm>
            <a:off x="204788" y="844550"/>
            <a:ext cx="82169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US" altLang="en-US" sz="1600"/>
              <a:t>The growing threat of </a:t>
            </a:r>
            <a:r>
              <a:rPr lang="en-US" altLang="en-US" sz="1600" b="1"/>
              <a:t>ransomware</a:t>
            </a:r>
            <a:r>
              <a:rPr lang="en-US" altLang="en-US" sz="1600"/>
              <a:t> highlights the need for advanced early </a:t>
            </a:r>
            <a:r>
              <a:rPr lang="en-US" altLang="en-US" sz="1600" b="1"/>
              <a:t>detection</a:t>
            </a:r>
            <a:r>
              <a:rPr lang="en-US" altLang="en-US" sz="1600"/>
              <a:t> systems. </a:t>
            </a:r>
            <a:r>
              <a:rPr lang="en-US" altLang="en-US" sz="1600" b="1"/>
              <a:t>Traditional signature-based</a:t>
            </a:r>
            <a:r>
              <a:rPr lang="en-US" altLang="en-US" sz="1600"/>
              <a:t> methods often fail to identify new or evolving </a:t>
            </a:r>
            <a:r>
              <a:rPr lang="en-US" altLang="en-US" sz="1600" b="1"/>
              <a:t>ransomware strains</a:t>
            </a:r>
            <a:r>
              <a:rPr lang="en-US" altLang="en-US" sz="1600"/>
              <a:t>, emphasizing the importance of </a:t>
            </a:r>
            <a:r>
              <a:rPr lang="en-US" altLang="en-US" sz="1600" b="1"/>
              <a:t>adaptive and proactive monitoring</a:t>
            </a:r>
            <a:r>
              <a:rPr lang="en-US" altLang="en-US" sz="1600"/>
              <a:t>. This project presents a framework for </a:t>
            </a:r>
            <a:r>
              <a:rPr lang="en-US" altLang="en-US" sz="1600" b="1"/>
              <a:t>early-stage ransomware detection</a:t>
            </a:r>
            <a:r>
              <a:rPr lang="en-US" altLang="en-US" sz="1600"/>
              <a:t> using behavioral and </a:t>
            </a:r>
            <a:r>
              <a:rPr lang="en-US" altLang="en-US" sz="1600" b="1"/>
              <a:t>network traffic </a:t>
            </a:r>
            <a:r>
              <a:rPr lang="en-US" altLang="en-US" sz="1600"/>
              <a:t>analysis. The proposed system employs machine learning algorithm to monitor file access patterns, encryption activities, and unauthorized data movements, alongside abnormal network behaviors such as unusual data transfers or encrypted communications. This system uses </a:t>
            </a:r>
            <a:r>
              <a:rPr lang="en-US" altLang="en-US" sz="1600" b="1"/>
              <a:t>random forest</a:t>
            </a:r>
            <a:r>
              <a:rPr lang="en-US" altLang="en-US" sz="1600"/>
              <a:t> for classification and regression. By continuously learning from new data, the adaptive model evolves to recognize emerging ransomware tactics while reducing false positives. The multi-layered design enables comprehensive </a:t>
            </a:r>
            <a:r>
              <a:rPr lang="en-US" altLang="en-US" sz="1600" b="1"/>
              <a:t>real-time monitoring </a:t>
            </a:r>
            <a:r>
              <a:rPr lang="en-US" altLang="en-US" sz="1600"/>
              <a:t>and early alerts, allowing quick response actions such as system isolation to prevent spread and minimize damage. Experimental results confirm the framework’s effectiveness in detecting ransomware in its initial stages, enhancing organizational resilience and contributing to intelligent cybersecurity solutions  that integrate </a:t>
            </a:r>
            <a:r>
              <a:rPr lang="en-US" altLang="en-US" sz="1600" b="1"/>
              <a:t>behavioral and network analysis</a:t>
            </a:r>
            <a:r>
              <a:rPr lang="en-US" altLang="en-US" sz="1600"/>
              <a:t> for stronger protection against sophisticated threats.</a:t>
            </a:r>
          </a:p>
          <a:p>
            <a:pPr algn="just"/>
            <a:endParaRPr lang="en-US" altLang="en-US" sz="1600"/>
          </a:p>
          <a:p>
            <a:pPr algn="just"/>
            <a:r>
              <a:rPr lang="en-US" altLang="en-US" sz="1600" b="1"/>
              <a:t>Keywords</a:t>
            </a:r>
            <a:r>
              <a:rPr lang="en-US" altLang="en-US" sz="1600"/>
              <a:t>: Ransomware Detection, Adaptive Monitoring, Network Traffic Analysis, Early-Stage Detection, Random Forest, Cybersecurity, Real-Time Monitoring, Malware Prevention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14E74B9-08F6-0E21-A583-12A03A1836C9}"/>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INTRODUCTON</a:t>
            </a:r>
          </a:p>
        </p:txBody>
      </p:sp>
      <p:sp>
        <p:nvSpPr>
          <p:cNvPr id="11267" name="Content Placeholder 2">
            <a:extLst>
              <a:ext uri="{FF2B5EF4-FFF2-40B4-BE49-F238E27FC236}">
                <a16:creationId xmlns:a16="http://schemas.microsoft.com/office/drawing/2014/main" id="{6DA60269-8864-6CE4-A2F5-E0EA7BB7D653}"/>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1268" name="TextBox 18">
            <a:extLst>
              <a:ext uri="{FF2B5EF4-FFF2-40B4-BE49-F238E27FC236}">
                <a16:creationId xmlns:a16="http://schemas.microsoft.com/office/drawing/2014/main" id="{8A28F5E2-09BA-8D1D-8E1C-5A7457F1CD11}"/>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11269" name="TextBox 22">
            <a:extLst>
              <a:ext uri="{FF2B5EF4-FFF2-40B4-BE49-F238E27FC236}">
                <a16:creationId xmlns:a16="http://schemas.microsoft.com/office/drawing/2014/main" id="{6BBCE6BC-917E-117A-BC70-BBE980D0989E}"/>
              </a:ext>
            </a:extLst>
          </p:cNvPr>
          <p:cNvSpPr txBox="1">
            <a:spLocks noChangeArrowheads="1"/>
          </p:cNvSpPr>
          <p:nvPr/>
        </p:nvSpPr>
        <p:spPr bwMode="auto">
          <a:xfrm>
            <a:off x="463550" y="1179513"/>
            <a:ext cx="82169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 typeface="Arial" panose="020B0604020202020204" pitchFamily="34" charset="0"/>
              <a:buChar char="•"/>
            </a:pPr>
            <a:r>
              <a:rPr lang="en-US" altLang="en-US" sz="2000"/>
              <a:t>Machine learning–based ransomware detection identifies and prevents ransomware attacks by analyzing system behavior and network traffic.</a:t>
            </a:r>
            <a:br>
              <a:rPr lang="en-US" altLang="en-US" sz="2000"/>
            </a:br>
            <a:endParaRPr lang="en-US" altLang="en-US" sz="2000"/>
          </a:p>
          <a:p>
            <a:pPr algn="just">
              <a:buFont typeface="Arial" panose="020B0604020202020204" pitchFamily="34" charset="0"/>
              <a:buChar char="•"/>
            </a:pPr>
            <a:r>
              <a:rPr lang="en-US" altLang="en-US" sz="2000"/>
              <a:t>The system uses algorithms like Random Forest and Logistic Regression to detect suspicious patterns and anomalies.</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It monitors unusual file access, encryption activity, and abnormal network communication.</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The framework allows users to analyze data, train models, and predict threats through a simple interface.</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This approach enables early detection of ransomware, protecting systems and reducing data loss.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6345957-64B2-5FFC-B5C3-9A41AAD719FA}"/>
              </a:ext>
            </a:extLst>
          </p:cNvPr>
          <p:cNvSpPr txBox="1">
            <a:spLocks noChangeArrowheads="1"/>
          </p:cNvSpPr>
          <p:nvPr/>
        </p:nvSpPr>
        <p:spPr>
          <a:xfrm>
            <a:off x="309563" y="141288"/>
            <a:ext cx="7008812" cy="509587"/>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EXISTING SYSTEM</a:t>
            </a:r>
          </a:p>
        </p:txBody>
      </p:sp>
      <p:sp>
        <p:nvSpPr>
          <p:cNvPr id="12291" name="Content Placeholder 2">
            <a:extLst>
              <a:ext uri="{FF2B5EF4-FFF2-40B4-BE49-F238E27FC236}">
                <a16:creationId xmlns:a16="http://schemas.microsoft.com/office/drawing/2014/main" id="{2ED8784E-31C9-A2EB-0EA6-DB5B526AC49F}"/>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2292" name="Content Placeholder 2">
            <a:extLst>
              <a:ext uri="{FF2B5EF4-FFF2-40B4-BE49-F238E27FC236}">
                <a16:creationId xmlns:a16="http://schemas.microsoft.com/office/drawing/2014/main" id="{20AF61CF-9842-F063-5DC7-97AB12439AC3}"/>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2293" name="TextBox 18">
            <a:extLst>
              <a:ext uri="{FF2B5EF4-FFF2-40B4-BE49-F238E27FC236}">
                <a16:creationId xmlns:a16="http://schemas.microsoft.com/office/drawing/2014/main" id="{E3506541-7F8F-A983-DDB7-EE5BECE9661A}"/>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12294" name="TextBox 22">
            <a:extLst>
              <a:ext uri="{FF2B5EF4-FFF2-40B4-BE49-F238E27FC236}">
                <a16:creationId xmlns:a16="http://schemas.microsoft.com/office/drawing/2014/main" id="{6C8E01D1-9711-E4D1-3566-46D29B768B0E}"/>
              </a:ext>
            </a:extLst>
          </p:cNvPr>
          <p:cNvSpPr txBox="1">
            <a:spLocks noChangeArrowheads="1"/>
          </p:cNvSpPr>
          <p:nvPr/>
        </p:nvSpPr>
        <p:spPr bwMode="auto">
          <a:xfrm>
            <a:off x="384175" y="847725"/>
            <a:ext cx="82169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US" altLang="en-US" sz="2000"/>
              <a:t>Traditional ransomware detection systems mainly rely on signature-based methods, which cannot detect new or unknown ransomware variants.</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Many existing systems fail to identify early indicators of ransomware, such as abnormal file access patterns and encryption activities.</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Most approaches focus only on single detection techniques like file behavior or network monitoring, lacking integrated analysis.  </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Static detection models cannot adapt to evolving ransomware attacks, making them ineffective against new threats.  </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Delayed detection often leads to data encryption, system damage, and financial loss for organizations.</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Limited real-time monitoring capabilities reduce the ability to prevent ransomware before it spreads across the network.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D77E0F7A-5CF1-63B8-9B84-0B601588B1DC}"/>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PROPOSED SYSTEM</a:t>
            </a:r>
          </a:p>
        </p:txBody>
      </p:sp>
      <p:sp>
        <p:nvSpPr>
          <p:cNvPr id="13315" name="Content Placeholder 2">
            <a:extLst>
              <a:ext uri="{FF2B5EF4-FFF2-40B4-BE49-F238E27FC236}">
                <a16:creationId xmlns:a16="http://schemas.microsoft.com/office/drawing/2014/main" id="{1F404816-61C8-881E-24B4-9D3843ACA3DB}"/>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3316" name="Content Placeholder 2">
            <a:extLst>
              <a:ext uri="{FF2B5EF4-FFF2-40B4-BE49-F238E27FC236}">
                <a16:creationId xmlns:a16="http://schemas.microsoft.com/office/drawing/2014/main" id="{946F6E2A-77AE-2848-15C5-B896CCC1D194}"/>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3317" name="TextBox 18">
            <a:extLst>
              <a:ext uri="{FF2B5EF4-FFF2-40B4-BE49-F238E27FC236}">
                <a16:creationId xmlns:a16="http://schemas.microsoft.com/office/drawing/2014/main" id="{00B1E4C6-E826-913A-2A32-51F602631473}"/>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13318" name="TextBox 22">
            <a:extLst>
              <a:ext uri="{FF2B5EF4-FFF2-40B4-BE49-F238E27FC236}">
                <a16:creationId xmlns:a16="http://schemas.microsoft.com/office/drawing/2014/main" id="{BB317681-43E4-30E8-3B5E-6A9B7AF79474}"/>
              </a:ext>
            </a:extLst>
          </p:cNvPr>
          <p:cNvSpPr txBox="1">
            <a:spLocks noChangeArrowheads="1"/>
          </p:cNvSpPr>
          <p:nvPr/>
        </p:nvSpPr>
        <p:spPr bwMode="auto">
          <a:xfrm>
            <a:off x="295275" y="946150"/>
            <a:ext cx="8582025" cy="498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US" altLang="en-US" sz="2000"/>
              <a:t>The proposed system uses adaptive monitoring to detect ransomware at an early stage by analyzing both system behavior and network traffic patterns.</a:t>
            </a:r>
          </a:p>
          <a:p>
            <a:pPr algn="just">
              <a:buFont typeface="Arial" panose="020B0604020202020204" pitchFamily="34" charset="0"/>
              <a:buChar char="•"/>
            </a:pPr>
            <a:endParaRPr lang="en-US" altLang="en-US" sz="1900"/>
          </a:p>
          <a:p>
            <a:pPr algn="just">
              <a:buFont typeface="Arial" panose="020B0604020202020204" pitchFamily="34" charset="0"/>
              <a:buChar char="•"/>
            </a:pPr>
            <a:r>
              <a:rPr lang="en-US" altLang="en-US" sz="2000"/>
              <a:t>It applies machine learning algorithms such as Random Forest, Logistic Regression, Gradient Boosting, KNN, Naive Bayes, and SVM to identify suspicious activities and anomalies.</a:t>
            </a:r>
          </a:p>
          <a:p>
            <a:pPr algn="just">
              <a:buFont typeface="Arial" panose="020B0604020202020204" pitchFamily="34" charset="0"/>
              <a:buChar char="•"/>
            </a:pPr>
            <a:endParaRPr lang="en-US" altLang="en-US" sz="1900"/>
          </a:p>
          <a:p>
            <a:pPr algn="just">
              <a:buFont typeface="Arial" panose="020B0604020202020204" pitchFamily="34" charset="0"/>
              <a:buChar char="•"/>
            </a:pPr>
            <a:r>
              <a:rPr lang="en-US" altLang="en-US" sz="2000"/>
              <a:t>The system monitors file access patterns, encryption activities, and unauthorized data transfers, which are common indicators of ransomware behavior.</a:t>
            </a:r>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It also analyzes network traffic anomalies like abnormal connections and large data transfers.</a:t>
            </a:r>
            <a:endParaRPr lang="en-US" altLang="en-US" sz="1900"/>
          </a:p>
          <a:p>
            <a:pPr algn="just">
              <a:buFont typeface="Arial" panose="020B0604020202020204" pitchFamily="34" charset="0"/>
              <a:buChar char="•"/>
            </a:pPr>
            <a:endParaRPr lang="en-US" altLang="en-US" sz="2000"/>
          </a:p>
          <a:p>
            <a:pPr algn="just">
              <a:buFont typeface="Arial" panose="020B0604020202020204" pitchFamily="34" charset="0"/>
              <a:buChar char="•"/>
            </a:pPr>
            <a:r>
              <a:rPr lang="en-US" altLang="en-US" sz="2000"/>
              <a:t>The system provides real-time detection, early alerts, improved accuracy, and helps prevent ransomware attacks.</a:t>
            </a:r>
            <a:endParaRPr lang="en-US" altLang="en-US" sz="1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8BC06BA0-B25D-855A-680C-E283F61CF6C1}"/>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MODULE DESCRIPTION</a:t>
            </a:r>
          </a:p>
        </p:txBody>
      </p:sp>
      <p:sp>
        <p:nvSpPr>
          <p:cNvPr id="14339" name="Content Placeholder 2">
            <a:extLst>
              <a:ext uri="{FF2B5EF4-FFF2-40B4-BE49-F238E27FC236}">
                <a16:creationId xmlns:a16="http://schemas.microsoft.com/office/drawing/2014/main" id="{254EEBEC-F85B-1501-2D30-965E3072D5DE}"/>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4340" name="Content Placeholder 2">
            <a:extLst>
              <a:ext uri="{FF2B5EF4-FFF2-40B4-BE49-F238E27FC236}">
                <a16:creationId xmlns:a16="http://schemas.microsoft.com/office/drawing/2014/main" id="{2A30428E-338B-3D07-13BC-DA59A69D66D4}"/>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4341" name="TextBox 18">
            <a:extLst>
              <a:ext uri="{FF2B5EF4-FFF2-40B4-BE49-F238E27FC236}">
                <a16:creationId xmlns:a16="http://schemas.microsoft.com/office/drawing/2014/main" id="{B0FC6ED7-114B-2CA1-3504-BA24282993D9}"/>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67E46199-670A-850F-21F1-867D95534D32}"/>
              </a:ext>
            </a:extLst>
          </p:cNvPr>
          <p:cNvSpPr txBox="1"/>
          <p:nvPr/>
        </p:nvSpPr>
        <p:spPr>
          <a:xfrm>
            <a:off x="449263" y="1017588"/>
            <a:ext cx="7885112" cy="4124325"/>
          </a:xfrm>
          <a:prstGeom prst="rect">
            <a:avLst/>
          </a:prstGeom>
          <a:noFill/>
        </p:spPr>
        <p:txBody>
          <a:bodyPr>
            <a:spAutoFit/>
          </a:bodyPr>
          <a:lstStyle/>
          <a:p>
            <a:pPr algn="just">
              <a:defRPr/>
            </a:pPr>
            <a:r>
              <a:rPr lang="en-US" sz="2500" b="1" dirty="0">
                <a:solidFill>
                  <a:srgbClr val="000000"/>
                </a:solidFill>
                <a:latin typeface="+mj-lt"/>
              </a:rPr>
              <a:t>Project Modules</a:t>
            </a:r>
          </a:p>
          <a:p>
            <a:pPr algn="just">
              <a:defRPr/>
            </a:pPr>
            <a:endParaRPr lang="en-US" sz="2500" dirty="0">
              <a:solidFill>
                <a:srgbClr val="000000"/>
              </a:solidFill>
              <a:latin typeface="+mj-lt"/>
            </a:endParaRPr>
          </a:p>
          <a:p>
            <a:pPr marL="457200" indent="-457200" algn="just">
              <a:buFont typeface="Arial" panose="020B0604020202020204" pitchFamily="34" charset="0"/>
              <a:buChar char="•"/>
              <a:defRPr/>
            </a:pPr>
            <a:r>
              <a:rPr lang="en-US" sz="2500" dirty="0">
                <a:solidFill>
                  <a:srgbClr val="000000"/>
                </a:solidFill>
                <a:latin typeface="+mj-lt"/>
              </a:rPr>
              <a:t>User Interface Module</a:t>
            </a:r>
            <a:endParaRPr lang="en-IN" sz="2500" dirty="0"/>
          </a:p>
          <a:p>
            <a:pPr marL="457200" indent="-457200" algn="just">
              <a:buFont typeface="Arial" panose="020B0604020202020204" pitchFamily="34" charset="0"/>
              <a:buChar char="•"/>
              <a:defRPr/>
            </a:pPr>
            <a:r>
              <a:rPr lang="en-IN" sz="2500" dirty="0"/>
              <a:t>Data Preprocessing</a:t>
            </a:r>
            <a:endParaRPr lang="en-US" sz="2500" dirty="0">
              <a:solidFill>
                <a:srgbClr val="000000"/>
              </a:solidFill>
              <a:latin typeface="+mj-lt"/>
            </a:endParaRPr>
          </a:p>
          <a:p>
            <a:pPr marL="457200" indent="-457200" algn="just">
              <a:buFont typeface="Arial" panose="020B0604020202020204" pitchFamily="34" charset="0"/>
              <a:buChar char="•"/>
              <a:defRPr/>
            </a:pPr>
            <a:r>
              <a:rPr lang="en-US" sz="2500" dirty="0">
                <a:solidFill>
                  <a:srgbClr val="000000"/>
                </a:solidFill>
                <a:latin typeface="+mj-lt"/>
              </a:rPr>
              <a:t>Model Management</a:t>
            </a:r>
          </a:p>
          <a:p>
            <a:pPr marL="457200" indent="-457200" algn="just">
              <a:buFont typeface="Arial" panose="020B0604020202020204" pitchFamily="34" charset="0"/>
              <a:buChar char="•"/>
              <a:defRPr/>
            </a:pPr>
            <a:r>
              <a:rPr lang="en-IN" sz="2500" dirty="0"/>
              <a:t>Ransomware Detection &amp; Prediction</a:t>
            </a:r>
          </a:p>
          <a:p>
            <a:pPr marL="457200" indent="-457200" algn="just">
              <a:buFont typeface="Arial" panose="020B0604020202020204" pitchFamily="34" charset="0"/>
              <a:buChar char="•"/>
              <a:defRPr/>
            </a:pPr>
            <a:r>
              <a:rPr lang="en-IN" sz="2500" dirty="0"/>
              <a:t>Data Storage</a:t>
            </a:r>
          </a:p>
          <a:p>
            <a:pPr marL="457200" indent="-457200" algn="just">
              <a:buFont typeface="Arial" panose="020B0604020202020204" pitchFamily="34" charset="0"/>
              <a:buChar char="•"/>
              <a:defRPr/>
            </a:pPr>
            <a:r>
              <a:rPr lang="en-US" sz="2500" dirty="0">
                <a:solidFill>
                  <a:srgbClr val="000000"/>
                </a:solidFill>
                <a:latin typeface="+mj-lt"/>
              </a:rPr>
              <a:t>Security Module</a:t>
            </a:r>
          </a:p>
          <a:p>
            <a:pPr marL="457200" indent="-457200" algn="just">
              <a:buFont typeface="Arial" panose="020B0604020202020204" pitchFamily="34" charset="0"/>
              <a:buChar char="•"/>
              <a:defRPr/>
            </a:pPr>
            <a:r>
              <a:rPr lang="en-US" sz="2500" dirty="0">
                <a:solidFill>
                  <a:srgbClr val="000000"/>
                </a:solidFill>
                <a:latin typeface="+mj-lt"/>
              </a:rPr>
              <a:t>System Administration </a:t>
            </a:r>
          </a:p>
          <a:p>
            <a:pPr algn="just">
              <a:defRPr/>
            </a:pPr>
            <a:endParaRPr lang="en-US" sz="1400" dirty="0">
              <a:solidFill>
                <a:srgbClr val="000000"/>
              </a:solidFill>
              <a:latin typeface="+mj-lt"/>
            </a:endParaRPr>
          </a:p>
          <a:p>
            <a:pPr algn="just">
              <a:defRPr/>
            </a:pPr>
            <a:endParaRPr lang="en-US" sz="20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4DD29C31-2DB3-BF5F-7B16-5CD54D6F205C}"/>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MODULE DESCRIPTION</a:t>
            </a:r>
          </a:p>
        </p:txBody>
      </p:sp>
      <p:sp>
        <p:nvSpPr>
          <p:cNvPr id="15363" name="Content Placeholder 2">
            <a:extLst>
              <a:ext uri="{FF2B5EF4-FFF2-40B4-BE49-F238E27FC236}">
                <a16:creationId xmlns:a16="http://schemas.microsoft.com/office/drawing/2014/main" id="{0CFE08B2-F0BF-FD58-2254-0DF5857D09A2}"/>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5364" name="Content Placeholder 2">
            <a:extLst>
              <a:ext uri="{FF2B5EF4-FFF2-40B4-BE49-F238E27FC236}">
                <a16:creationId xmlns:a16="http://schemas.microsoft.com/office/drawing/2014/main" id="{A24AD8E5-3E53-600D-9166-97EE6CDDAD36}"/>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5365" name="TextBox 18">
            <a:extLst>
              <a:ext uri="{FF2B5EF4-FFF2-40B4-BE49-F238E27FC236}">
                <a16:creationId xmlns:a16="http://schemas.microsoft.com/office/drawing/2014/main" id="{26CC08FE-0457-A698-6F9E-456E112D423E}"/>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903317E5-FBDB-A691-1DA3-CB31C3498D8E}"/>
              </a:ext>
            </a:extLst>
          </p:cNvPr>
          <p:cNvSpPr txBox="1"/>
          <p:nvPr/>
        </p:nvSpPr>
        <p:spPr>
          <a:xfrm>
            <a:off x="449263" y="1017588"/>
            <a:ext cx="7885112" cy="3847207"/>
          </a:xfrm>
          <a:prstGeom prst="rect">
            <a:avLst/>
          </a:prstGeom>
          <a:noFill/>
        </p:spPr>
        <p:txBody>
          <a:bodyPr>
            <a:spAutoFit/>
          </a:bodyPr>
          <a:lstStyle/>
          <a:p>
            <a:pPr algn="just">
              <a:defRPr/>
            </a:pPr>
            <a:r>
              <a:rPr lang="en-US" sz="4000" b="1" dirty="0">
                <a:solidFill>
                  <a:srgbClr val="000000"/>
                </a:solidFill>
                <a:latin typeface="+mj-lt"/>
              </a:rPr>
              <a:t>User Interface Module</a:t>
            </a:r>
          </a:p>
          <a:p>
            <a:pPr algn="just">
              <a:defRPr/>
            </a:pPr>
            <a:endParaRPr lang="en-US" sz="1400" dirty="0">
              <a:solidFill>
                <a:srgbClr val="000000"/>
              </a:solidFill>
              <a:latin typeface="+mj-lt"/>
            </a:endParaRPr>
          </a:p>
          <a:p>
            <a:pPr marL="342900" indent="-342900" algn="just">
              <a:buFont typeface="Arial" panose="020B0604020202020204" pitchFamily="34" charset="0"/>
              <a:buChar char="•"/>
              <a:defRPr/>
            </a:pPr>
            <a:r>
              <a:rPr lang="en-US" sz="2400" dirty="0"/>
              <a:t>A simple web-based interface is developed using </a:t>
            </a:r>
            <a:r>
              <a:rPr lang="en-US" sz="2400" dirty="0" err="1"/>
              <a:t>Streamlit</a:t>
            </a:r>
            <a:r>
              <a:rPr lang="en-US" sz="2400" dirty="0"/>
              <a:t> for easy interaction with the system</a:t>
            </a:r>
            <a:r>
              <a:rPr lang="en-US" sz="2200" dirty="0"/>
              <a:t>.</a:t>
            </a:r>
          </a:p>
          <a:p>
            <a:pPr marL="342900" indent="-342900" algn="just">
              <a:buFont typeface="Arial" panose="020B0604020202020204" pitchFamily="34" charset="0"/>
              <a:buChar char="•"/>
              <a:defRPr/>
            </a:pPr>
            <a:endParaRPr lang="en-US" sz="2200" dirty="0"/>
          </a:p>
          <a:p>
            <a:pPr marL="342900" indent="-342900" algn="just">
              <a:buFont typeface="Arial" panose="020B0604020202020204" pitchFamily="34" charset="0"/>
              <a:buChar char="•"/>
              <a:defRPr/>
            </a:pPr>
            <a:r>
              <a:rPr lang="en-US" sz="2400" dirty="0"/>
              <a:t>Users can upload datasets, select machine learning models, and run ransomware detection through the interface .</a:t>
            </a: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The interface displays model accuracy, prediction results, and alerts in a clear and user-friendly way.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6B742FFD-13E6-C07D-CA3B-4E1D098AB0EF}"/>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MODULE DESCRIPTION</a:t>
            </a:r>
          </a:p>
        </p:txBody>
      </p:sp>
      <p:sp>
        <p:nvSpPr>
          <p:cNvPr id="16387" name="Content Placeholder 2">
            <a:extLst>
              <a:ext uri="{FF2B5EF4-FFF2-40B4-BE49-F238E27FC236}">
                <a16:creationId xmlns:a16="http://schemas.microsoft.com/office/drawing/2014/main" id="{B935FF22-5364-E21A-818C-6DF8D21172D8}"/>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6388" name="Content Placeholder 2">
            <a:extLst>
              <a:ext uri="{FF2B5EF4-FFF2-40B4-BE49-F238E27FC236}">
                <a16:creationId xmlns:a16="http://schemas.microsoft.com/office/drawing/2014/main" id="{766E19BB-18EE-26DF-4554-7EDFA53B7F9E}"/>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6389" name="TextBox 18">
            <a:extLst>
              <a:ext uri="{FF2B5EF4-FFF2-40B4-BE49-F238E27FC236}">
                <a16:creationId xmlns:a16="http://schemas.microsoft.com/office/drawing/2014/main" id="{2BBC1004-C341-FBDE-DCC0-55A0CBBCD4F7}"/>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2FF4088B-29AF-BAC9-D668-075BEEBFCE53}"/>
              </a:ext>
            </a:extLst>
          </p:cNvPr>
          <p:cNvSpPr txBox="1"/>
          <p:nvPr/>
        </p:nvSpPr>
        <p:spPr>
          <a:xfrm>
            <a:off x="449263" y="1017588"/>
            <a:ext cx="7885112" cy="5508625"/>
          </a:xfrm>
          <a:prstGeom prst="rect">
            <a:avLst/>
          </a:prstGeom>
          <a:noFill/>
        </p:spPr>
        <p:txBody>
          <a:bodyPr>
            <a:spAutoFit/>
          </a:bodyPr>
          <a:lstStyle/>
          <a:p>
            <a:pPr algn="just">
              <a:defRPr/>
            </a:pPr>
            <a:r>
              <a:rPr lang="en-IN" sz="4000" b="1" dirty="0"/>
              <a:t>Data Preprocessing</a:t>
            </a:r>
            <a:endParaRPr lang="en-US" sz="1400" b="1" dirty="0">
              <a:solidFill>
                <a:srgbClr val="000000"/>
              </a:solidFill>
              <a:latin typeface="+mj-lt"/>
            </a:endParaRPr>
          </a:p>
          <a:p>
            <a:pPr marL="342900" indent="-342900" algn="just">
              <a:buFont typeface="Arial" panose="020B0604020202020204" pitchFamily="34" charset="0"/>
              <a:buChar char="•"/>
              <a:defRPr/>
            </a:pPr>
            <a:r>
              <a:rPr lang="en-US" sz="2400" dirty="0"/>
              <a:t>The collected network traffic and system behavior data were cleaned by removing duplicate records, handling missing values, and correcting inconsistent entries to improve data quality.</a:t>
            </a:r>
            <a:endParaRPr lang="en-US" sz="2400" dirty="0">
              <a:latin typeface="+mj-lt"/>
            </a:endParaRPr>
          </a:p>
          <a:p>
            <a:pPr marL="342900" indent="-342900" algn="just">
              <a:buFont typeface="Arial" panose="020B0604020202020204" pitchFamily="34" charset="0"/>
              <a:buChar char="•"/>
              <a:defRPr/>
            </a:pPr>
            <a:r>
              <a:rPr lang="en-US" sz="2400" dirty="0"/>
              <a:t>Categorical features such as protocol type, service, and connection state were encoded into numerical format so they could be used by machine learning algorithms.</a:t>
            </a:r>
          </a:p>
          <a:p>
            <a:pPr marL="342900" indent="-342900" algn="just">
              <a:buFont typeface="Arial" panose="020B0604020202020204" pitchFamily="34" charset="0"/>
              <a:buChar char="•"/>
              <a:defRPr/>
            </a:pPr>
            <a:r>
              <a:rPr lang="en-US" sz="2400" dirty="0"/>
              <a:t>Data normalization and feature scaling were applied to ensure consistency across attributes like bytes transferred, packets, and connection duration.</a:t>
            </a:r>
          </a:p>
          <a:p>
            <a:pPr marL="342900" indent="-342900" algn="just">
              <a:buFont typeface="Arial" panose="020B0604020202020204" pitchFamily="34" charset="0"/>
              <a:buChar char="•"/>
              <a:defRPr/>
            </a:pPr>
            <a:r>
              <a:rPr lang="en-US" sz="2400" dirty="0"/>
              <a:t>Feature selection techniques were used to retain only the most relevant attributes that contribute to accurate ransomware detection.</a:t>
            </a:r>
            <a:endParaRPr lang="en-US" sz="24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630B42E-6D56-8E7D-D594-294B0F7BFF96}"/>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MODULE DESCRIPTION</a:t>
            </a:r>
          </a:p>
        </p:txBody>
      </p:sp>
      <p:sp>
        <p:nvSpPr>
          <p:cNvPr id="17411" name="Content Placeholder 2">
            <a:extLst>
              <a:ext uri="{FF2B5EF4-FFF2-40B4-BE49-F238E27FC236}">
                <a16:creationId xmlns:a16="http://schemas.microsoft.com/office/drawing/2014/main" id="{0C99821F-3054-C391-D13C-A8988814261C}"/>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7412" name="Content Placeholder 2">
            <a:extLst>
              <a:ext uri="{FF2B5EF4-FFF2-40B4-BE49-F238E27FC236}">
                <a16:creationId xmlns:a16="http://schemas.microsoft.com/office/drawing/2014/main" id="{373F15C9-7807-31C9-CFE7-993D0E52E36C}"/>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7413" name="TextBox 18">
            <a:extLst>
              <a:ext uri="{FF2B5EF4-FFF2-40B4-BE49-F238E27FC236}">
                <a16:creationId xmlns:a16="http://schemas.microsoft.com/office/drawing/2014/main" id="{843DA468-2A10-2674-8CA8-5E0B121A3411}"/>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D5B40973-4BFF-CA7F-6A87-BDC03D41A8D2}"/>
              </a:ext>
            </a:extLst>
          </p:cNvPr>
          <p:cNvSpPr txBox="1"/>
          <p:nvPr/>
        </p:nvSpPr>
        <p:spPr>
          <a:xfrm>
            <a:off x="449263" y="1017588"/>
            <a:ext cx="7885112" cy="4616648"/>
          </a:xfrm>
          <a:prstGeom prst="rect">
            <a:avLst/>
          </a:prstGeom>
          <a:noFill/>
        </p:spPr>
        <p:txBody>
          <a:bodyPr>
            <a:spAutoFit/>
          </a:bodyPr>
          <a:lstStyle/>
          <a:p>
            <a:pPr algn="just">
              <a:defRPr/>
            </a:pPr>
            <a:r>
              <a:rPr lang="en-US" sz="4000" b="1" dirty="0">
                <a:solidFill>
                  <a:srgbClr val="000000"/>
                </a:solidFill>
                <a:latin typeface="+mj-lt"/>
              </a:rPr>
              <a:t>Model Management</a:t>
            </a:r>
          </a:p>
          <a:p>
            <a:pPr algn="just">
              <a:defRPr/>
            </a:pPr>
            <a:endParaRPr lang="en-US" sz="1400" dirty="0">
              <a:solidFill>
                <a:srgbClr val="000000"/>
              </a:solidFill>
              <a:latin typeface="+mj-lt"/>
            </a:endParaRPr>
          </a:p>
          <a:p>
            <a:pPr marL="342900" indent="-342900" algn="just">
              <a:buFont typeface="Arial" panose="020B0604020202020204" pitchFamily="34" charset="0"/>
              <a:buChar char="•"/>
              <a:defRPr/>
            </a:pPr>
            <a:r>
              <a:rPr lang="en-US" sz="2400" dirty="0"/>
              <a:t>The system trains multiple machine learning models using historical network traffic data to learn patterns of normal and malicious behavior.</a:t>
            </a:r>
            <a:endParaRPr lang="en-US" sz="2400" dirty="0">
              <a:latin typeface="+mj-lt"/>
            </a:endParaRPr>
          </a:p>
          <a:p>
            <a:pPr marL="342900" indent="-342900" algn="just">
              <a:buFont typeface="Arial" panose="020B0604020202020204" pitchFamily="34" charset="0"/>
              <a:buChar char="•"/>
              <a:defRPr/>
            </a:pPr>
            <a:endParaRPr lang="en-US" sz="2400" dirty="0">
              <a:latin typeface="+mj-lt"/>
            </a:endParaRPr>
          </a:p>
          <a:p>
            <a:pPr marL="342900" indent="-342900" algn="just">
              <a:buFont typeface="Arial" panose="020B0604020202020204" pitchFamily="34" charset="0"/>
              <a:buChar char="•"/>
              <a:defRPr/>
            </a:pPr>
            <a:r>
              <a:rPr lang="en-US" sz="2400" dirty="0"/>
              <a:t>It uses different algorithms like Random Forest, Gradient Boosting, and Logistic Regression to improve accuracy and reduce errors.</a:t>
            </a:r>
            <a:endParaRPr lang="en-US" sz="2400" dirty="0">
              <a:latin typeface="+mj-lt"/>
            </a:endParaRP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The models are evaluated based on performance metrics such as accuracy to ensure reliable predictions.</a:t>
            </a:r>
            <a:endParaRPr lang="en-US" sz="2400"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9A8AA11-330B-16FA-7414-F26181080B10}"/>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MODULE DESCRIPTION</a:t>
            </a:r>
          </a:p>
        </p:txBody>
      </p:sp>
      <p:sp>
        <p:nvSpPr>
          <p:cNvPr id="18435" name="Content Placeholder 2">
            <a:extLst>
              <a:ext uri="{FF2B5EF4-FFF2-40B4-BE49-F238E27FC236}">
                <a16:creationId xmlns:a16="http://schemas.microsoft.com/office/drawing/2014/main" id="{B9FF0B37-23F1-CA52-19D5-6F6A60F530BF}"/>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18436" name="Content Placeholder 2">
            <a:extLst>
              <a:ext uri="{FF2B5EF4-FFF2-40B4-BE49-F238E27FC236}">
                <a16:creationId xmlns:a16="http://schemas.microsoft.com/office/drawing/2014/main" id="{AFEC1C74-4BD5-EFC9-0657-D3B8BD9B402B}"/>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18437" name="TextBox 18">
            <a:extLst>
              <a:ext uri="{FF2B5EF4-FFF2-40B4-BE49-F238E27FC236}">
                <a16:creationId xmlns:a16="http://schemas.microsoft.com/office/drawing/2014/main" id="{B613C43F-AE24-9EAB-4E0B-E0A658C96CE8}"/>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2BCCA2E0-DF36-E7E1-F74C-2EA9E4AA6D55}"/>
              </a:ext>
            </a:extLst>
          </p:cNvPr>
          <p:cNvSpPr txBox="1"/>
          <p:nvPr/>
        </p:nvSpPr>
        <p:spPr>
          <a:xfrm>
            <a:off x="449263" y="1017588"/>
            <a:ext cx="7885112" cy="4246562"/>
          </a:xfrm>
          <a:prstGeom prst="rect">
            <a:avLst/>
          </a:prstGeom>
          <a:noFill/>
        </p:spPr>
        <p:txBody>
          <a:bodyPr>
            <a:spAutoFit/>
          </a:bodyPr>
          <a:lstStyle/>
          <a:p>
            <a:pPr algn="just">
              <a:defRPr/>
            </a:pPr>
            <a:r>
              <a:rPr lang="en-US" sz="4000" b="1" dirty="0">
                <a:solidFill>
                  <a:srgbClr val="000000"/>
                </a:solidFill>
                <a:latin typeface="+mj-lt"/>
              </a:rPr>
              <a:t>Ransomware Detection &amp; Prediction</a:t>
            </a:r>
          </a:p>
          <a:p>
            <a:pPr algn="just">
              <a:defRPr/>
            </a:pPr>
            <a:endParaRPr lang="en-US" sz="1400" dirty="0">
              <a:solidFill>
                <a:srgbClr val="000000"/>
              </a:solidFill>
              <a:latin typeface="+mj-lt"/>
            </a:endParaRPr>
          </a:p>
          <a:p>
            <a:pPr marL="342900" indent="-342900" algn="just">
              <a:buFont typeface="Arial" panose="020B0604020202020204" pitchFamily="34" charset="0"/>
              <a:buChar char="•"/>
              <a:defRPr/>
            </a:pPr>
            <a:r>
              <a:rPr lang="en-US" sz="2400" dirty="0"/>
              <a:t>The trained machine learning models analyze system behavior and network traffic data to identify suspicious activities.</a:t>
            </a:r>
            <a:endParaRPr lang="en-US" sz="2400" dirty="0">
              <a:latin typeface="+mj-lt"/>
            </a:endParaRP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The system compares new input data with learned patterns to detect possible ransomware attacks.</a:t>
            </a:r>
            <a:endParaRPr lang="en-US" sz="2400" dirty="0">
              <a:latin typeface="+mj-lt"/>
            </a:endParaRP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Based on the analysis, the model predicts whether the activity is normal or ransomware-related.</a:t>
            </a:r>
            <a:endParaRPr lang="en-US" sz="2400"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E37669-DE82-408A-A0B0-B695D5D83706}"/>
              </a:ext>
            </a:extLst>
          </p:cNvPr>
          <p:cNvSpPr>
            <a:spLocks noGrp="1"/>
          </p:cNvSpPr>
          <p:nvPr>
            <p:ph type="title"/>
          </p:nvPr>
        </p:nvSpPr>
        <p:spPr>
          <a:xfrm>
            <a:off x="222250" y="201613"/>
            <a:ext cx="6599238" cy="479425"/>
          </a:xfrm>
        </p:spPr>
        <p:txBody>
          <a:bodyPr>
            <a:noAutofit/>
          </a:bodyPr>
          <a:lstStyle/>
          <a:p>
            <a:pPr>
              <a:defRPr/>
            </a:pPr>
            <a:r>
              <a:rPr sz="3200" dirty="0">
                <a:effectLst>
                  <a:outerShdw blurRad="38100" dist="38100" dir="2700000" algn="tl">
                    <a:srgbClr val="000000">
                      <a:alpha val="43137"/>
                    </a:srgbClr>
                  </a:outerShdw>
                </a:effectLst>
              </a:rPr>
              <a:t>MODULE DESCRIPTION</a:t>
            </a:r>
            <a:endParaRPr lang="en-IN" sz="3200" dirty="0">
              <a:effectLst>
                <a:outerShdw blurRad="38100" dist="38100" dir="2700000" algn="tl">
                  <a:srgbClr val="000000">
                    <a:alpha val="43137"/>
                  </a:srgbClr>
                </a:outerShdw>
              </a:effectLst>
            </a:endParaRPr>
          </a:p>
        </p:txBody>
      </p:sp>
      <p:sp>
        <p:nvSpPr>
          <p:cNvPr id="6" name="Content Placeholder 5">
            <a:extLst>
              <a:ext uri="{FF2B5EF4-FFF2-40B4-BE49-F238E27FC236}">
                <a16:creationId xmlns:a16="http://schemas.microsoft.com/office/drawing/2014/main" id="{B6023E67-F360-3E62-401A-058F958E313D}"/>
              </a:ext>
            </a:extLst>
          </p:cNvPr>
          <p:cNvSpPr txBox="1">
            <a:spLocks noGrp="1"/>
          </p:cNvSpPr>
          <p:nvPr>
            <p:ph idx="1"/>
          </p:nvPr>
        </p:nvSpPr>
        <p:spPr>
          <a:xfrm>
            <a:off x="331788" y="923925"/>
            <a:ext cx="8510587" cy="4085734"/>
          </a:xfrm>
        </p:spPr>
        <p:txBody>
          <a:bodyPr anchor="t">
            <a:spAutoFit/>
          </a:bodyPr>
          <a:lstStyle/>
          <a:p>
            <a:pPr>
              <a:defRPr/>
            </a:pPr>
            <a:r>
              <a:rPr lang="en-IN" sz="4000" b="1" dirty="0"/>
              <a:t>Data Storage</a:t>
            </a:r>
          </a:p>
          <a:p>
            <a:pPr marL="342900" indent="-342900" algn="just">
              <a:lnSpc>
                <a:spcPct val="100000"/>
              </a:lnSpc>
              <a:spcBef>
                <a:spcPts val="0"/>
              </a:spcBef>
              <a:spcAft>
                <a:spcPts val="0"/>
              </a:spcAft>
              <a:buSzPct val="100000"/>
              <a:buFont typeface="Arial" panose="020B0604020202020204" pitchFamily="34" charset="0"/>
              <a:buChar char="•"/>
              <a:defRPr/>
            </a:pPr>
            <a:r>
              <a:rPr lang="en-US" sz="2400" dirty="0"/>
              <a:t>The system securely stores uploaded datasets and prediction results for later use.</a:t>
            </a:r>
          </a:p>
          <a:p>
            <a:pPr marL="342900" indent="-342900" algn="just">
              <a:lnSpc>
                <a:spcPct val="100000"/>
              </a:lnSpc>
              <a:spcBef>
                <a:spcPts val="0"/>
              </a:spcBef>
              <a:spcAft>
                <a:spcPts val="0"/>
              </a:spcAft>
              <a:buSzPct val="100000"/>
              <a:buFont typeface="Arial" panose="020B0604020202020204" pitchFamily="34" charset="0"/>
              <a:buChar char="•"/>
              <a:defRPr/>
            </a:pPr>
            <a:endParaRPr lang="en-US" sz="2400" dirty="0"/>
          </a:p>
          <a:p>
            <a:pPr marL="342900" indent="-342900" algn="just">
              <a:lnSpc>
                <a:spcPct val="100000"/>
              </a:lnSpc>
              <a:spcBef>
                <a:spcPts val="0"/>
              </a:spcBef>
              <a:spcAft>
                <a:spcPts val="0"/>
              </a:spcAft>
              <a:buSzPct val="100000"/>
              <a:buFont typeface="Arial" panose="020B0604020202020204" pitchFamily="34" charset="0"/>
              <a:buChar char="•"/>
              <a:defRPr/>
            </a:pPr>
            <a:r>
              <a:rPr lang="en-US" sz="2400" dirty="0"/>
              <a:t>It maintains logs of analyses and results, allowing users to review past records.</a:t>
            </a:r>
          </a:p>
          <a:p>
            <a:pPr marL="342900" indent="-342900" algn="just">
              <a:lnSpc>
                <a:spcPct val="100000"/>
              </a:lnSpc>
              <a:spcBef>
                <a:spcPts val="0"/>
              </a:spcBef>
              <a:spcAft>
                <a:spcPts val="0"/>
              </a:spcAft>
              <a:buSzPct val="100000"/>
              <a:buFont typeface="Arial" panose="020B0604020202020204" pitchFamily="34" charset="0"/>
              <a:buChar char="•"/>
              <a:defRPr/>
            </a:pPr>
            <a:endParaRPr lang="en-US" sz="2400" dirty="0"/>
          </a:p>
          <a:p>
            <a:pPr marL="342900" indent="-342900" algn="just">
              <a:lnSpc>
                <a:spcPct val="100000"/>
              </a:lnSpc>
              <a:spcBef>
                <a:spcPts val="0"/>
              </a:spcBef>
              <a:spcAft>
                <a:spcPts val="0"/>
              </a:spcAft>
              <a:buSzPct val="100000"/>
              <a:buFont typeface="Arial" panose="020B0604020202020204" pitchFamily="34" charset="0"/>
              <a:buChar char="•"/>
              <a:defRPr/>
            </a:pPr>
            <a:r>
              <a:rPr lang="en-US" sz="2400" dirty="0"/>
              <a:t>It organizes data efficiently to ensure easy storage, management, and retrieval of information.</a:t>
            </a:r>
            <a:endParaRPr lang="en-US" sz="2400"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DAEEA04-47AB-92BB-CDB6-0183461E3875}"/>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MODULE DESCRIPTION</a:t>
            </a:r>
          </a:p>
        </p:txBody>
      </p:sp>
      <p:sp>
        <p:nvSpPr>
          <p:cNvPr id="21507" name="Content Placeholder 2">
            <a:extLst>
              <a:ext uri="{FF2B5EF4-FFF2-40B4-BE49-F238E27FC236}">
                <a16:creationId xmlns:a16="http://schemas.microsoft.com/office/drawing/2014/main" id="{F5FE19E7-F332-27B0-193D-C16D88EF9E3E}"/>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1508" name="Content Placeholder 2">
            <a:extLst>
              <a:ext uri="{FF2B5EF4-FFF2-40B4-BE49-F238E27FC236}">
                <a16:creationId xmlns:a16="http://schemas.microsoft.com/office/drawing/2014/main" id="{619D3836-4DD5-BFBE-11D8-810F934ADD42}"/>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1509" name="TextBox 18">
            <a:extLst>
              <a:ext uri="{FF2B5EF4-FFF2-40B4-BE49-F238E27FC236}">
                <a16:creationId xmlns:a16="http://schemas.microsoft.com/office/drawing/2014/main" id="{6A474BEE-EF24-19B2-8F2B-7C7FAE2C12B1}"/>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624F81A4-9A04-E6A6-185F-42517DD4F43D}"/>
              </a:ext>
            </a:extLst>
          </p:cNvPr>
          <p:cNvSpPr txBox="1"/>
          <p:nvPr/>
        </p:nvSpPr>
        <p:spPr>
          <a:xfrm>
            <a:off x="449263" y="1017588"/>
            <a:ext cx="7885112" cy="4616648"/>
          </a:xfrm>
          <a:prstGeom prst="rect">
            <a:avLst/>
          </a:prstGeom>
          <a:noFill/>
        </p:spPr>
        <p:txBody>
          <a:bodyPr>
            <a:spAutoFit/>
          </a:bodyPr>
          <a:lstStyle/>
          <a:p>
            <a:pPr algn="just">
              <a:defRPr/>
            </a:pPr>
            <a:r>
              <a:rPr lang="en-US" sz="4000" b="1" dirty="0">
                <a:solidFill>
                  <a:srgbClr val="000000"/>
                </a:solidFill>
                <a:latin typeface="+mj-lt"/>
              </a:rPr>
              <a:t>Security module</a:t>
            </a:r>
          </a:p>
          <a:p>
            <a:pPr algn="just">
              <a:defRPr/>
            </a:pPr>
            <a:endParaRPr lang="en-US" sz="1400" dirty="0">
              <a:solidFill>
                <a:srgbClr val="000000"/>
              </a:solidFill>
              <a:latin typeface="+mj-lt"/>
            </a:endParaRPr>
          </a:p>
          <a:p>
            <a:pPr marL="342900" indent="-342900" algn="just">
              <a:buFont typeface="Arial" panose="020B0604020202020204" pitchFamily="34" charset="0"/>
              <a:buChar char="•"/>
              <a:defRPr/>
            </a:pPr>
            <a:r>
              <a:rPr lang="en-US" sz="2400" dirty="0"/>
              <a:t>The system uses machine learning and anomaly detection to analyze network traffic and identify ransomware or suspicious activities.</a:t>
            </a:r>
            <a:endParaRPr lang="en-US" sz="2400" dirty="0">
              <a:latin typeface="+mj-lt"/>
            </a:endParaRP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It applies multi-layer security techniques, including data preprocessing, feature extraction, and multiple models, to improve detection accuracy and reduce false positives.</a:t>
            </a: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Role-based access control ensures only authorized users can access data, perform analysis, and view results.</a:t>
            </a:r>
            <a:endParaRPr lang="en-US" sz="24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4B8E2A05-62DC-AF5A-57F2-B25FE9B36456}"/>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MODULE DESCRIPTION</a:t>
            </a:r>
          </a:p>
        </p:txBody>
      </p:sp>
      <p:sp>
        <p:nvSpPr>
          <p:cNvPr id="20483" name="Content Placeholder 2">
            <a:extLst>
              <a:ext uri="{FF2B5EF4-FFF2-40B4-BE49-F238E27FC236}">
                <a16:creationId xmlns:a16="http://schemas.microsoft.com/office/drawing/2014/main" id="{161B0A8D-B73E-05BA-4204-CCDECE723816}"/>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0484" name="Content Placeholder 2">
            <a:extLst>
              <a:ext uri="{FF2B5EF4-FFF2-40B4-BE49-F238E27FC236}">
                <a16:creationId xmlns:a16="http://schemas.microsoft.com/office/drawing/2014/main" id="{0A0E3B8F-96C3-0488-5108-F64C23A354B1}"/>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0485" name="TextBox 18">
            <a:extLst>
              <a:ext uri="{FF2B5EF4-FFF2-40B4-BE49-F238E27FC236}">
                <a16:creationId xmlns:a16="http://schemas.microsoft.com/office/drawing/2014/main" id="{89C39538-4A64-54C5-C223-2274C058E2D5}"/>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CF37425B-7959-C128-6754-9B00B54D70AD}"/>
              </a:ext>
            </a:extLst>
          </p:cNvPr>
          <p:cNvSpPr txBox="1"/>
          <p:nvPr/>
        </p:nvSpPr>
        <p:spPr>
          <a:xfrm>
            <a:off x="449263" y="1017588"/>
            <a:ext cx="7885112" cy="4616648"/>
          </a:xfrm>
          <a:prstGeom prst="rect">
            <a:avLst/>
          </a:prstGeom>
          <a:noFill/>
        </p:spPr>
        <p:txBody>
          <a:bodyPr>
            <a:spAutoFit/>
          </a:bodyPr>
          <a:lstStyle/>
          <a:p>
            <a:pPr algn="just">
              <a:defRPr/>
            </a:pPr>
            <a:r>
              <a:rPr lang="en-US" sz="4000" b="1" dirty="0">
                <a:solidFill>
                  <a:srgbClr val="000000"/>
                </a:solidFill>
                <a:latin typeface="+mj-lt"/>
              </a:rPr>
              <a:t>System Administration</a:t>
            </a:r>
          </a:p>
          <a:p>
            <a:pPr algn="just">
              <a:defRPr/>
            </a:pPr>
            <a:endParaRPr lang="en-US" sz="1400" dirty="0">
              <a:solidFill>
                <a:srgbClr val="000000"/>
              </a:solidFill>
              <a:latin typeface="+mj-lt"/>
            </a:endParaRPr>
          </a:p>
          <a:p>
            <a:pPr marL="342900" indent="-342900" algn="just">
              <a:buFont typeface="Arial" panose="020B0604020202020204" pitchFamily="34" charset="0"/>
              <a:buChar char="•"/>
              <a:defRPr/>
            </a:pPr>
            <a:r>
              <a:rPr lang="en-US" sz="2400" dirty="0"/>
              <a:t>Administrators can manage users by viewing, updating, deactivating accounts, and blocking suspicious users from accessing the system.</a:t>
            </a: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The system monitors activities, including usage patterns and detection results, to maintain oversight and security.</a:t>
            </a:r>
          </a:p>
          <a:p>
            <a:pPr marL="342900" indent="-342900" algn="just">
              <a:buFont typeface="Arial" panose="020B0604020202020204" pitchFamily="34" charset="0"/>
              <a:buChar char="•"/>
              <a:defRPr/>
            </a:pPr>
            <a:endParaRPr lang="en-US" sz="2400" dirty="0"/>
          </a:p>
          <a:p>
            <a:pPr marL="342900" indent="-342900" algn="just">
              <a:buFont typeface="Arial" panose="020B0604020202020204" pitchFamily="34" charset="0"/>
              <a:buChar char="•"/>
              <a:defRPr/>
            </a:pPr>
            <a:r>
              <a:rPr lang="en-US" sz="2400" dirty="0"/>
              <a:t>It maintains logs and audits of events like failed logins and file transactions, while also supporting secure backups and recovery in case of system failures.</a:t>
            </a:r>
            <a:endParaRPr lang="en-US" sz="2400"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955A658-1C66-D567-8793-DF97E9C9B216}"/>
              </a:ext>
            </a:extLst>
          </p:cNvPr>
          <p:cNvSpPr txBox="1">
            <a:spLocks noChangeArrowheads="1"/>
          </p:cNvSpPr>
          <p:nvPr/>
        </p:nvSpPr>
        <p:spPr>
          <a:xfrm>
            <a:off x="100013" y="168275"/>
            <a:ext cx="4854575"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ARCHITECTURE</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22531" name="Content Placeholder 2">
            <a:extLst>
              <a:ext uri="{FF2B5EF4-FFF2-40B4-BE49-F238E27FC236}">
                <a16:creationId xmlns:a16="http://schemas.microsoft.com/office/drawing/2014/main" id="{91760040-E02A-0655-7428-D99809383672}"/>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2532" name="TextBox 18">
            <a:extLst>
              <a:ext uri="{FF2B5EF4-FFF2-40B4-BE49-F238E27FC236}">
                <a16:creationId xmlns:a16="http://schemas.microsoft.com/office/drawing/2014/main" id="{0F55B13F-0D49-EEC2-6B56-AAB43A6AB2E4}"/>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2533" name="Content Placeholder 1">
            <a:extLst>
              <a:ext uri="{FF2B5EF4-FFF2-40B4-BE49-F238E27FC236}">
                <a16:creationId xmlns:a16="http://schemas.microsoft.com/office/drawing/2014/main" id="{256DCF5B-A64E-93B5-0E37-6A9A44440298}"/>
              </a:ext>
            </a:extLst>
          </p:cNvPr>
          <p:cNvSpPr>
            <a:spLocks noGrp="1" noChangeArrowheads="1"/>
          </p:cNvSpPr>
          <p:nvPr>
            <p:ph idx="1"/>
          </p:nvPr>
        </p:nvSpPr>
        <p:spPr>
          <a:xfrm>
            <a:off x="295275" y="3979863"/>
            <a:ext cx="3541713" cy="2568575"/>
          </a:xfrm>
        </p:spPr>
        <p:txBody>
          <a:bodyPr/>
          <a:lstStyle/>
          <a:p>
            <a:r>
              <a:rPr lang="en-US" altLang="en-US"/>
              <a:t> </a:t>
            </a:r>
            <a:endParaRPr lang="en-IN" altLang="en-US"/>
          </a:p>
        </p:txBody>
      </p:sp>
      <p:sp>
        <p:nvSpPr>
          <p:cNvPr id="22534" name="Title 56">
            <a:extLst>
              <a:ext uri="{FF2B5EF4-FFF2-40B4-BE49-F238E27FC236}">
                <a16:creationId xmlns:a16="http://schemas.microsoft.com/office/drawing/2014/main" id="{B20245DB-1674-89BD-1D8F-4643E8002922}"/>
              </a:ext>
            </a:extLst>
          </p:cNvPr>
          <p:cNvSpPr>
            <a:spLocks noGrp="1" noChangeArrowheads="1"/>
          </p:cNvSpPr>
          <p:nvPr>
            <p:ph type="title"/>
          </p:nvPr>
        </p:nvSpPr>
        <p:spPr>
          <a:xfrm>
            <a:off x="628650" y="254000"/>
            <a:ext cx="6599238" cy="479425"/>
          </a:xfrm>
        </p:spPr>
        <p:txBody>
          <a:bodyPr/>
          <a:lstStyle/>
          <a:p>
            <a:r>
              <a:rPr altLang="en-US"/>
              <a:t> </a:t>
            </a:r>
            <a:endParaRPr lang="en-IN" altLang="en-US"/>
          </a:p>
        </p:txBody>
      </p:sp>
      <p:sp>
        <p:nvSpPr>
          <p:cNvPr id="22535" name="TextBox 3">
            <a:extLst>
              <a:ext uri="{FF2B5EF4-FFF2-40B4-BE49-F238E27FC236}">
                <a16:creationId xmlns:a16="http://schemas.microsoft.com/office/drawing/2014/main" id="{B6626E9A-033E-607A-3A72-D28B9DFBC001}"/>
              </a:ext>
            </a:extLst>
          </p:cNvPr>
          <p:cNvSpPr txBox="1">
            <a:spLocks noChangeArrowheads="1"/>
          </p:cNvSpPr>
          <p:nvPr/>
        </p:nvSpPr>
        <p:spPr bwMode="auto">
          <a:xfrm>
            <a:off x="838200" y="3306763"/>
            <a:ext cx="1936750" cy="11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F1EE6330-7B9D-86CE-5BB9-55D6F9B0425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104900"/>
            <a:ext cx="7574598" cy="52033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25B09862-55C8-3D6F-252B-630DAFDA69DB}"/>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UML DIAGRAMS</a:t>
            </a:r>
          </a:p>
        </p:txBody>
      </p:sp>
      <p:sp>
        <p:nvSpPr>
          <p:cNvPr id="23555" name="Content Placeholder 2">
            <a:extLst>
              <a:ext uri="{FF2B5EF4-FFF2-40B4-BE49-F238E27FC236}">
                <a16:creationId xmlns:a16="http://schemas.microsoft.com/office/drawing/2014/main" id="{3DD9503E-21A7-D08A-47E7-23BE4ABFFBC3}"/>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3556" name="Content Placeholder 2">
            <a:extLst>
              <a:ext uri="{FF2B5EF4-FFF2-40B4-BE49-F238E27FC236}">
                <a16:creationId xmlns:a16="http://schemas.microsoft.com/office/drawing/2014/main" id="{29E6F2C4-7346-6ACE-713A-120B5DBDE6CD}"/>
              </a:ext>
            </a:extLst>
          </p:cNvPr>
          <p:cNvSpPr>
            <a:spLocks noGrp="1" noChangeArrowheads="1"/>
          </p:cNvSpPr>
          <p:nvPr/>
        </p:nvSpPr>
        <p:spPr bwMode="auto">
          <a:xfrm>
            <a:off x="-762000" y="2925763"/>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3557" name="TextBox 18">
            <a:extLst>
              <a:ext uri="{FF2B5EF4-FFF2-40B4-BE49-F238E27FC236}">
                <a16:creationId xmlns:a16="http://schemas.microsoft.com/office/drawing/2014/main" id="{15AB3EBE-D690-CF74-3195-B9F28B1D6DDD}"/>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3558" name="TextBox 2">
            <a:extLst>
              <a:ext uri="{FF2B5EF4-FFF2-40B4-BE49-F238E27FC236}">
                <a16:creationId xmlns:a16="http://schemas.microsoft.com/office/drawing/2014/main" id="{A66DB5B6-D563-85FF-F320-44CB499A4873}"/>
              </a:ext>
            </a:extLst>
          </p:cNvPr>
          <p:cNvSpPr txBox="1">
            <a:spLocks noChangeArrowheads="1"/>
          </p:cNvSpPr>
          <p:nvPr/>
        </p:nvSpPr>
        <p:spPr bwMode="auto">
          <a:xfrm>
            <a:off x="468313" y="976313"/>
            <a:ext cx="7977187"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IN" altLang="en-US" sz="2400"/>
              <a:t>UML represents Unified Modelling Language.</a:t>
            </a:r>
          </a:p>
          <a:p>
            <a:pPr algn="just">
              <a:buFont typeface="Arial" panose="020B0604020202020204" pitchFamily="34" charset="0"/>
              <a:buChar char="•"/>
            </a:pPr>
            <a:endParaRPr lang="en-IN" altLang="en-US" sz="2400"/>
          </a:p>
          <a:p>
            <a:pPr algn="just">
              <a:buFont typeface="Arial" panose="020B0604020202020204" pitchFamily="34" charset="0"/>
              <a:buChar char="•"/>
            </a:pPr>
            <a:r>
              <a:rPr lang="en-IN" altLang="en-US" sz="2400"/>
              <a:t>UML diagram is a way to visualize systems and software using Unified Modelling Language (UML).</a:t>
            </a:r>
          </a:p>
          <a:p>
            <a:pPr algn="just">
              <a:buFont typeface="Arial" panose="020B0604020202020204" pitchFamily="34" charset="0"/>
              <a:buChar char="•"/>
            </a:pPr>
            <a:endParaRPr lang="en-IN" altLang="en-US" sz="2400"/>
          </a:p>
          <a:p>
            <a:pPr algn="just">
              <a:buFont typeface="Arial" panose="020B0604020202020204" pitchFamily="34" charset="0"/>
              <a:buChar char="•"/>
            </a:pPr>
            <a:r>
              <a:rPr lang="en-IN" altLang="en-US" sz="2400"/>
              <a:t>It is a standardized modelling language used in software engineering to visualize, specify, construct, and document the artifacts of software systems.</a:t>
            </a:r>
          </a:p>
          <a:p>
            <a:pPr algn="just">
              <a:buFont typeface="Arial" panose="020B0604020202020204" pitchFamily="34" charset="0"/>
              <a:buChar char="•"/>
            </a:pPr>
            <a:endParaRPr lang="en-IN" altLang="en-US" sz="2400"/>
          </a:p>
          <a:p>
            <a:pPr algn="just">
              <a:buFont typeface="Arial" panose="020B0604020202020204" pitchFamily="34" charset="0"/>
              <a:buChar char="•"/>
            </a:pPr>
            <a:r>
              <a:rPr lang="en-IN" altLang="en-US" sz="2400"/>
              <a:t>Some of those are:-</a:t>
            </a:r>
          </a:p>
        </p:txBody>
      </p:sp>
      <p:sp>
        <p:nvSpPr>
          <p:cNvPr id="4" name="TextBox 3">
            <a:extLst>
              <a:ext uri="{FF2B5EF4-FFF2-40B4-BE49-F238E27FC236}">
                <a16:creationId xmlns:a16="http://schemas.microsoft.com/office/drawing/2014/main" id="{12B32575-16B3-2793-274E-E39E313CDA93}"/>
              </a:ext>
            </a:extLst>
          </p:cNvPr>
          <p:cNvSpPr txBox="1"/>
          <p:nvPr/>
        </p:nvSpPr>
        <p:spPr>
          <a:xfrm>
            <a:off x="1117600" y="4838700"/>
            <a:ext cx="2681288" cy="1371600"/>
          </a:xfrm>
          <a:prstGeom prst="rect">
            <a:avLst/>
          </a:prstGeom>
        </p:spPr>
        <p:txBody>
          <a:bodyPr/>
          <a:lstStyle/>
          <a:p>
            <a:pPr marL="342900" indent="-342900">
              <a:lnSpc>
                <a:spcPts val="1800"/>
              </a:lnSpc>
              <a:spcAft>
                <a:spcPts val="600"/>
              </a:spcAft>
              <a:buFont typeface="Wingdings" panose="05000000000000000000" pitchFamily="2" charset="2"/>
              <a:buChar char="q"/>
              <a:defRPr/>
            </a:pPr>
            <a:r>
              <a:rPr lang="en-US" sz="2000" dirty="0">
                <a:latin typeface="+mn-lt"/>
                <a:cs typeface="Segoe UI" panose="020B0502040204020203" pitchFamily="34" charset="0"/>
              </a:rPr>
              <a:t>Class Diagram</a:t>
            </a:r>
          </a:p>
          <a:p>
            <a:pPr marL="342900" indent="-342900">
              <a:lnSpc>
                <a:spcPts val="1800"/>
              </a:lnSpc>
              <a:spcAft>
                <a:spcPts val="600"/>
              </a:spcAft>
              <a:buFont typeface="Wingdings" panose="05000000000000000000" pitchFamily="2" charset="2"/>
              <a:buChar char="q"/>
              <a:defRPr/>
            </a:pPr>
            <a:endParaRPr lang="en-US" sz="2000" dirty="0">
              <a:latin typeface="+mn-lt"/>
              <a:cs typeface="Segoe UI" panose="020B0502040204020203" pitchFamily="34" charset="0"/>
            </a:endParaRPr>
          </a:p>
          <a:p>
            <a:pPr marL="342900" indent="-342900">
              <a:lnSpc>
                <a:spcPts val="1800"/>
              </a:lnSpc>
              <a:spcAft>
                <a:spcPts val="600"/>
              </a:spcAft>
              <a:buFont typeface="Wingdings" panose="05000000000000000000" pitchFamily="2" charset="2"/>
              <a:buChar char="q"/>
              <a:defRPr/>
            </a:pPr>
            <a:r>
              <a:rPr lang="en-US" sz="2000" dirty="0">
                <a:latin typeface="+mn-lt"/>
                <a:cs typeface="Segoe UI" panose="020B0502040204020203" pitchFamily="34" charset="0"/>
              </a:rPr>
              <a:t>Use Case Diagram</a:t>
            </a:r>
          </a:p>
          <a:p>
            <a:pPr marL="342900" indent="-342900">
              <a:lnSpc>
                <a:spcPts val="1800"/>
              </a:lnSpc>
              <a:spcAft>
                <a:spcPts val="600"/>
              </a:spcAft>
              <a:buFont typeface="Wingdings" panose="05000000000000000000" pitchFamily="2" charset="2"/>
              <a:buChar char="q"/>
              <a:defRPr/>
            </a:pPr>
            <a:endParaRPr lang="en-US" sz="2000" dirty="0">
              <a:latin typeface="+mn-lt"/>
              <a:cs typeface="Segoe UI" panose="020B0502040204020203" pitchFamily="34" charset="0"/>
            </a:endParaRPr>
          </a:p>
          <a:p>
            <a:pPr marL="342900" indent="-342900">
              <a:lnSpc>
                <a:spcPts val="1800"/>
              </a:lnSpc>
              <a:spcAft>
                <a:spcPts val="600"/>
              </a:spcAft>
              <a:buFont typeface="Wingdings" panose="05000000000000000000" pitchFamily="2" charset="2"/>
              <a:buChar char="q"/>
              <a:defRPr/>
            </a:pPr>
            <a:r>
              <a:rPr lang="en-IN" sz="2000" dirty="0">
                <a:latin typeface="+mn-lt"/>
                <a:cs typeface="Segoe UI" panose="020B0502040204020203" pitchFamily="34" charset="0"/>
              </a:rPr>
              <a:t>Sequence Diagram</a:t>
            </a:r>
          </a:p>
        </p:txBody>
      </p:sp>
      <p:sp>
        <p:nvSpPr>
          <p:cNvPr id="9" name="TextBox 8">
            <a:extLst>
              <a:ext uri="{FF2B5EF4-FFF2-40B4-BE49-F238E27FC236}">
                <a16:creationId xmlns:a16="http://schemas.microsoft.com/office/drawing/2014/main" id="{0CAB8872-0204-1F10-40C9-4CAF22A092FA}"/>
              </a:ext>
            </a:extLst>
          </p:cNvPr>
          <p:cNvSpPr txBox="1"/>
          <p:nvPr/>
        </p:nvSpPr>
        <p:spPr>
          <a:xfrm>
            <a:off x="3833813" y="4846638"/>
            <a:ext cx="5232400" cy="1557337"/>
          </a:xfrm>
          <a:prstGeom prst="rect">
            <a:avLst/>
          </a:prstGeom>
          <a:noFill/>
        </p:spPr>
        <p:txBody>
          <a:bodyPr>
            <a:spAutoFit/>
          </a:bodyPr>
          <a:lstStyle/>
          <a:p>
            <a:pPr marL="342900" indent="-342900">
              <a:lnSpc>
                <a:spcPts val="1800"/>
              </a:lnSpc>
              <a:spcAft>
                <a:spcPts val="600"/>
              </a:spcAft>
              <a:buFont typeface="Wingdings" panose="05000000000000000000" pitchFamily="2" charset="2"/>
              <a:buChar char="q"/>
              <a:defRPr/>
            </a:pPr>
            <a:r>
              <a:rPr lang="en-US" sz="2000" dirty="0">
                <a:latin typeface="+mn-lt"/>
                <a:cs typeface="Segoe UI" panose="020B0502040204020203" pitchFamily="34" charset="0"/>
              </a:rPr>
              <a:t>Activity Diagram</a:t>
            </a:r>
          </a:p>
          <a:p>
            <a:pPr marL="342900" indent="-342900">
              <a:lnSpc>
                <a:spcPts val="1800"/>
              </a:lnSpc>
              <a:spcAft>
                <a:spcPts val="600"/>
              </a:spcAft>
              <a:buFont typeface="Wingdings" panose="05000000000000000000" pitchFamily="2" charset="2"/>
              <a:buChar char="q"/>
              <a:defRPr/>
            </a:pPr>
            <a:endParaRPr lang="en-US" sz="2000" dirty="0">
              <a:latin typeface="+mn-lt"/>
              <a:cs typeface="Segoe UI" panose="020B0502040204020203" pitchFamily="34" charset="0"/>
            </a:endParaRPr>
          </a:p>
          <a:p>
            <a:pPr marL="342900" indent="-342900">
              <a:lnSpc>
                <a:spcPts val="1800"/>
              </a:lnSpc>
              <a:spcAft>
                <a:spcPts val="600"/>
              </a:spcAft>
              <a:buFont typeface="Wingdings" panose="05000000000000000000" pitchFamily="2" charset="2"/>
              <a:buChar char="q"/>
              <a:defRPr/>
            </a:pPr>
            <a:r>
              <a:rPr lang="en-US" sz="2000" dirty="0">
                <a:latin typeface="+mn-lt"/>
                <a:cs typeface="Segoe UI" panose="020B0502040204020203" pitchFamily="34" charset="0"/>
              </a:rPr>
              <a:t>Component Diagram</a:t>
            </a:r>
          </a:p>
          <a:p>
            <a:pPr marL="342900" indent="-342900">
              <a:lnSpc>
                <a:spcPts val="1800"/>
              </a:lnSpc>
              <a:spcAft>
                <a:spcPts val="600"/>
              </a:spcAft>
              <a:buFont typeface="Wingdings" panose="05000000000000000000" pitchFamily="2" charset="2"/>
              <a:buChar char="q"/>
              <a:defRPr/>
            </a:pPr>
            <a:endParaRPr lang="en-US" sz="2000" dirty="0">
              <a:latin typeface="+mn-lt"/>
              <a:cs typeface="Segoe UI" panose="020B0502040204020203" pitchFamily="34" charset="0"/>
            </a:endParaRPr>
          </a:p>
          <a:p>
            <a:pPr marL="342900" indent="-342900">
              <a:lnSpc>
                <a:spcPts val="1800"/>
              </a:lnSpc>
              <a:spcAft>
                <a:spcPts val="600"/>
              </a:spcAft>
              <a:buFont typeface="Wingdings" panose="05000000000000000000" pitchFamily="2" charset="2"/>
              <a:buChar char="q"/>
              <a:defRPr/>
            </a:pPr>
            <a:r>
              <a:rPr lang="en-IN" sz="2000" dirty="0">
                <a:latin typeface="+mn-lt"/>
                <a:cs typeface="Segoe UI" panose="020B0502040204020203" pitchFamily="34" charset="0"/>
              </a:rPr>
              <a:t>Deployment Diagram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9C1571F-C381-A093-2C72-309272206656}"/>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CLASS</a:t>
            </a:r>
            <a:r>
              <a:rPr lang="en-IN" altLang="en-US" sz="3200" b="1" dirty="0">
                <a:solidFill>
                  <a:srgbClr val="C00000"/>
                </a:solidFill>
                <a:effectLst>
                  <a:outerShdw blurRad="38100" dist="38100" dir="2700000" algn="tl">
                    <a:srgbClr val="000000"/>
                  </a:outerShdw>
                </a:effectLst>
                <a:latin typeface="+mj-lt"/>
                <a:ea typeface="+mj-ea"/>
                <a:cs typeface="+mj-cs"/>
              </a:rPr>
              <a:t> DIAGRAM</a:t>
            </a:r>
          </a:p>
        </p:txBody>
      </p:sp>
      <p:sp>
        <p:nvSpPr>
          <p:cNvPr id="24579" name="TextBox 2">
            <a:extLst>
              <a:ext uri="{FF2B5EF4-FFF2-40B4-BE49-F238E27FC236}">
                <a16:creationId xmlns:a16="http://schemas.microsoft.com/office/drawing/2014/main" id="{5431C6D0-0D14-D928-6E05-946393DF7EA8}"/>
              </a:ext>
            </a:extLst>
          </p:cNvPr>
          <p:cNvSpPr txBox="1">
            <a:spLocks noChangeArrowheads="1"/>
          </p:cNvSpPr>
          <p:nvPr/>
        </p:nvSpPr>
        <p:spPr bwMode="auto">
          <a:xfrm>
            <a:off x="468313" y="976313"/>
            <a:ext cx="79771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US" altLang="en-US" sz="2400"/>
              <a:t>It describes the structure of a system by showing the system's classes, their attributes, operations (or methods), and the relationships among the classes.</a:t>
            </a:r>
            <a:endParaRPr lang="en-IN" altLang="en-US" sz="2400"/>
          </a:p>
        </p:txBody>
      </p:sp>
      <p:sp>
        <p:nvSpPr>
          <p:cNvPr id="24580" name="TextBox 1">
            <a:extLst>
              <a:ext uri="{FF2B5EF4-FFF2-40B4-BE49-F238E27FC236}">
                <a16:creationId xmlns:a16="http://schemas.microsoft.com/office/drawing/2014/main" id="{7AAF64DB-68AA-0025-EE6B-1E2E8D4C5215}"/>
              </a:ext>
            </a:extLst>
          </p:cNvPr>
          <p:cNvSpPr txBox="1">
            <a:spLocks noChangeArrowheads="1"/>
          </p:cNvSpPr>
          <p:nvPr/>
        </p:nvSpPr>
        <p:spPr bwMode="auto">
          <a:xfrm>
            <a:off x="6010275" y="2182813"/>
            <a:ext cx="1293813"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4581" name="Content Placeholder 1">
            <a:extLst>
              <a:ext uri="{FF2B5EF4-FFF2-40B4-BE49-F238E27FC236}">
                <a16:creationId xmlns:a16="http://schemas.microsoft.com/office/drawing/2014/main" id="{2549E015-C5E1-DB7D-A653-630E8FEA5EE3}"/>
              </a:ext>
            </a:extLst>
          </p:cNvPr>
          <p:cNvSpPr>
            <a:spLocks noGrp="1" noChangeArrowheads="1"/>
          </p:cNvSpPr>
          <p:nvPr>
            <p:ph idx="1"/>
          </p:nvPr>
        </p:nvSpPr>
        <p:spPr>
          <a:xfrm>
            <a:off x="817563" y="1506538"/>
            <a:ext cx="3541712" cy="4670425"/>
          </a:xfrm>
        </p:spPr>
        <p:txBody>
          <a:bodyPr/>
          <a:lstStyle/>
          <a:p>
            <a:r>
              <a:rPr lang="en-IN" altLang="en-US"/>
              <a:t> </a:t>
            </a:r>
          </a:p>
        </p:txBody>
      </p:sp>
      <p:pic>
        <p:nvPicPr>
          <p:cNvPr id="24582" name="Picture 4">
            <a:extLst>
              <a:ext uri="{FF2B5EF4-FFF2-40B4-BE49-F238E27FC236}">
                <a16:creationId xmlns:a16="http://schemas.microsoft.com/office/drawing/2014/main" id="{C853A314-998B-169D-CBFC-8FA322284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3" y="2182813"/>
            <a:ext cx="7026275" cy="409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D4427313-1B23-7803-52AA-E0B264EC3E58}"/>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U</a:t>
            </a:r>
            <a:r>
              <a:rPr lang="en-IN" altLang="en-US" sz="3200" b="1" dirty="0">
                <a:solidFill>
                  <a:srgbClr val="C00000"/>
                </a:solidFill>
                <a:effectLst>
                  <a:outerShdw blurRad="38100" dist="38100" dir="2700000" algn="tl">
                    <a:srgbClr val="000000"/>
                  </a:outerShdw>
                </a:effectLst>
                <a:latin typeface="+mj-lt"/>
                <a:ea typeface="+mj-ea"/>
                <a:cs typeface="+mj-cs"/>
              </a:rPr>
              <a:t>SE CASE DIAGRAM</a:t>
            </a:r>
          </a:p>
        </p:txBody>
      </p:sp>
      <p:sp>
        <p:nvSpPr>
          <p:cNvPr id="25603" name="Content Placeholder 2">
            <a:extLst>
              <a:ext uri="{FF2B5EF4-FFF2-40B4-BE49-F238E27FC236}">
                <a16:creationId xmlns:a16="http://schemas.microsoft.com/office/drawing/2014/main" id="{1C60CF47-FDAC-6097-7553-6D160DC21EA6}"/>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5604" name="Content Placeholder 2">
            <a:extLst>
              <a:ext uri="{FF2B5EF4-FFF2-40B4-BE49-F238E27FC236}">
                <a16:creationId xmlns:a16="http://schemas.microsoft.com/office/drawing/2014/main" id="{0B934F6A-4878-E3C3-E3C7-14D91072BB6F}"/>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5605" name="TextBox 18">
            <a:extLst>
              <a:ext uri="{FF2B5EF4-FFF2-40B4-BE49-F238E27FC236}">
                <a16:creationId xmlns:a16="http://schemas.microsoft.com/office/drawing/2014/main" id="{7599DB98-1F62-0CD7-97A0-5F385CE2A101}"/>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5606" name="TextBox 2">
            <a:extLst>
              <a:ext uri="{FF2B5EF4-FFF2-40B4-BE49-F238E27FC236}">
                <a16:creationId xmlns:a16="http://schemas.microsoft.com/office/drawing/2014/main" id="{67B648E5-F5BA-744A-05D5-7B1E5147D7ED}"/>
              </a:ext>
            </a:extLst>
          </p:cNvPr>
          <p:cNvSpPr txBox="1">
            <a:spLocks noChangeArrowheads="1"/>
          </p:cNvSpPr>
          <p:nvPr/>
        </p:nvSpPr>
        <p:spPr bwMode="auto">
          <a:xfrm>
            <a:off x="468313" y="976313"/>
            <a:ext cx="79771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US" altLang="en-US" sz="2000"/>
              <a:t>The main purpose of a Use Case diagram is to show the functionalities of User and System in terms of actors. It Presents the Graphical overview of the user and system functions in terms of actors.</a:t>
            </a:r>
            <a:endParaRPr lang="en-IN" altLang="en-US" sz="2000"/>
          </a:p>
        </p:txBody>
      </p:sp>
      <p:pic>
        <p:nvPicPr>
          <p:cNvPr id="25607" name="Picture 1">
            <a:extLst>
              <a:ext uri="{FF2B5EF4-FFF2-40B4-BE49-F238E27FC236}">
                <a16:creationId xmlns:a16="http://schemas.microsoft.com/office/drawing/2014/main" id="{1C5D470A-A013-3F4E-622C-B4ABA21EF6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863" y="2241550"/>
            <a:ext cx="6010275"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D40DD04-9268-B8B9-A030-AB750249AAE8}"/>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SEQUENCE</a:t>
            </a:r>
            <a:r>
              <a:rPr lang="en-IN" altLang="en-US" sz="3200" b="1" dirty="0">
                <a:solidFill>
                  <a:srgbClr val="C00000"/>
                </a:solidFill>
                <a:effectLst>
                  <a:outerShdw blurRad="38100" dist="38100" dir="2700000" algn="tl">
                    <a:srgbClr val="000000"/>
                  </a:outerShdw>
                </a:effectLst>
                <a:latin typeface="+mj-lt"/>
                <a:ea typeface="+mj-ea"/>
                <a:cs typeface="+mj-cs"/>
              </a:rPr>
              <a:t> DIAGRAM</a:t>
            </a:r>
          </a:p>
        </p:txBody>
      </p:sp>
      <p:sp>
        <p:nvSpPr>
          <p:cNvPr id="26627" name="Content Placeholder 2">
            <a:extLst>
              <a:ext uri="{FF2B5EF4-FFF2-40B4-BE49-F238E27FC236}">
                <a16:creationId xmlns:a16="http://schemas.microsoft.com/office/drawing/2014/main" id="{F260BE2C-4BEC-86A4-3895-32456ECDC250}"/>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6628" name="Content Placeholder 2">
            <a:extLst>
              <a:ext uri="{FF2B5EF4-FFF2-40B4-BE49-F238E27FC236}">
                <a16:creationId xmlns:a16="http://schemas.microsoft.com/office/drawing/2014/main" id="{3FC6937A-1DC6-950C-5ED0-3052F9719E33}"/>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6629" name="TextBox 18">
            <a:extLst>
              <a:ext uri="{FF2B5EF4-FFF2-40B4-BE49-F238E27FC236}">
                <a16:creationId xmlns:a16="http://schemas.microsoft.com/office/drawing/2014/main" id="{E6D9E8C2-3E93-2B9A-93C6-2272CDD4D807}"/>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6630" name="TextBox 2">
            <a:extLst>
              <a:ext uri="{FF2B5EF4-FFF2-40B4-BE49-F238E27FC236}">
                <a16:creationId xmlns:a16="http://schemas.microsoft.com/office/drawing/2014/main" id="{6AECF611-CEB4-5347-E724-E7719B5AB9D1}"/>
              </a:ext>
            </a:extLst>
          </p:cNvPr>
          <p:cNvSpPr txBox="1">
            <a:spLocks noChangeArrowheads="1"/>
          </p:cNvSpPr>
          <p:nvPr/>
        </p:nvSpPr>
        <p:spPr bwMode="auto">
          <a:xfrm>
            <a:off x="263525" y="2024063"/>
            <a:ext cx="223837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 typeface="Arial" panose="020B0604020202020204" pitchFamily="34" charset="0"/>
              <a:buChar char="•"/>
            </a:pPr>
            <a:r>
              <a:rPr lang="en-US" altLang="en-US" sz="2000"/>
              <a:t>Sequence diagram shows how processes operate with one another and in what order. It is a construct of a Message Sequence Chart.</a:t>
            </a:r>
            <a:endParaRPr lang="en-IN" altLang="en-US" sz="2000"/>
          </a:p>
        </p:txBody>
      </p:sp>
      <p:sp>
        <p:nvSpPr>
          <p:cNvPr id="26631" name="TextBox 18">
            <a:extLst>
              <a:ext uri="{FF2B5EF4-FFF2-40B4-BE49-F238E27FC236}">
                <a16:creationId xmlns:a16="http://schemas.microsoft.com/office/drawing/2014/main" id="{FD136E57-95F5-CE29-23FB-F40B39C4E88F}"/>
              </a:ext>
            </a:extLst>
          </p:cNvPr>
          <p:cNvSpPr txBox="1">
            <a:spLocks noChangeArrowheads="1"/>
          </p:cNvSpPr>
          <p:nvPr/>
        </p:nvSpPr>
        <p:spPr bwMode="auto">
          <a:xfrm>
            <a:off x="4289425"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6632" name="TextBox 1">
            <a:extLst>
              <a:ext uri="{FF2B5EF4-FFF2-40B4-BE49-F238E27FC236}">
                <a16:creationId xmlns:a16="http://schemas.microsoft.com/office/drawing/2014/main" id="{7572C737-E9CF-6FA0-449C-FD90BE8E1942}"/>
              </a:ext>
            </a:extLst>
          </p:cNvPr>
          <p:cNvSpPr txBox="1">
            <a:spLocks noChangeArrowheads="1"/>
          </p:cNvSpPr>
          <p:nvPr/>
        </p:nvSpPr>
        <p:spPr bwMode="auto">
          <a:xfrm>
            <a:off x="4718050" y="1509713"/>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000">
              <a:solidFill>
                <a:srgbClr val="404040"/>
              </a:solidFill>
              <a:latin typeface="Segoe UI" panose="020B0502040204020203" pitchFamily="34" charset="0"/>
              <a:cs typeface="Segoe UI" panose="020B0502040204020203" pitchFamily="34" charset="0"/>
            </a:endParaRPr>
          </a:p>
        </p:txBody>
      </p:sp>
      <p:pic>
        <p:nvPicPr>
          <p:cNvPr id="26633" name="Picture 1">
            <a:extLst>
              <a:ext uri="{FF2B5EF4-FFF2-40B4-BE49-F238E27FC236}">
                <a16:creationId xmlns:a16="http://schemas.microsoft.com/office/drawing/2014/main" id="{D7A084D9-9C5E-0B1A-EE42-D7CE0AED02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975" y="1157288"/>
            <a:ext cx="503555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D6FD3A0-390C-3BBC-47EB-E59307F4A57F}"/>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ACTIVITY </a:t>
            </a:r>
            <a:r>
              <a:rPr lang="en-IN" altLang="en-US" sz="3200" b="1" dirty="0">
                <a:solidFill>
                  <a:srgbClr val="C00000"/>
                </a:solidFill>
                <a:effectLst>
                  <a:outerShdw blurRad="38100" dist="38100" dir="2700000" algn="tl">
                    <a:srgbClr val="000000"/>
                  </a:outerShdw>
                </a:effectLst>
                <a:latin typeface="+mj-lt"/>
                <a:ea typeface="+mj-ea"/>
                <a:cs typeface="+mj-cs"/>
              </a:rPr>
              <a:t>DIAGRAM</a:t>
            </a:r>
          </a:p>
        </p:txBody>
      </p:sp>
      <p:sp>
        <p:nvSpPr>
          <p:cNvPr id="27651" name="Content Placeholder 2">
            <a:extLst>
              <a:ext uri="{FF2B5EF4-FFF2-40B4-BE49-F238E27FC236}">
                <a16:creationId xmlns:a16="http://schemas.microsoft.com/office/drawing/2014/main" id="{13FA4D57-5714-C113-87BD-2B45D70488EF}"/>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7652" name="Content Placeholder 2">
            <a:extLst>
              <a:ext uri="{FF2B5EF4-FFF2-40B4-BE49-F238E27FC236}">
                <a16:creationId xmlns:a16="http://schemas.microsoft.com/office/drawing/2014/main" id="{11E2B006-87A7-2FA4-0FF2-4DA2FF386143}"/>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7653" name="TextBox 18">
            <a:extLst>
              <a:ext uri="{FF2B5EF4-FFF2-40B4-BE49-F238E27FC236}">
                <a16:creationId xmlns:a16="http://schemas.microsoft.com/office/drawing/2014/main" id="{33EBCD88-5587-9232-EB5C-5DD83DC7C9ED}"/>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7654" name="TextBox 2">
            <a:extLst>
              <a:ext uri="{FF2B5EF4-FFF2-40B4-BE49-F238E27FC236}">
                <a16:creationId xmlns:a16="http://schemas.microsoft.com/office/drawing/2014/main" id="{4C8B9136-B376-61DB-ACF9-1476B5B0D82D}"/>
              </a:ext>
            </a:extLst>
          </p:cNvPr>
          <p:cNvSpPr txBox="1">
            <a:spLocks noChangeArrowheads="1"/>
          </p:cNvSpPr>
          <p:nvPr/>
        </p:nvSpPr>
        <p:spPr bwMode="auto">
          <a:xfrm>
            <a:off x="5140325" y="2000250"/>
            <a:ext cx="346075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US" altLang="en-US" sz="2000"/>
              <a:t>Activity diagrams are graphical representations of workflows of stepwise activities and actions with support for choice, iteration and concurrency. </a:t>
            </a:r>
          </a:p>
          <a:p>
            <a:pPr algn="just">
              <a:buFont typeface="Arial" panose="020B0604020202020204" pitchFamily="34" charset="0"/>
              <a:buChar char="•"/>
            </a:pPr>
            <a:r>
              <a:rPr lang="en-US" altLang="en-US" sz="2000"/>
              <a:t>An activity diagram shows the overall flow of control.</a:t>
            </a:r>
            <a:endParaRPr lang="en-IN" altLang="en-US" sz="2000"/>
          </a:p>
        </p:txBody>
      </p:sp>
      <p:pic>
        <p:nvPicPr>
          <p:cNvPr id="27655" name="Picture 1">
            <a:extLst>
              <a:ext uri="{FF2B5EF4-FFF2-40B4-BE49-F238E27FC236}">
                <a16:creationId xmlns:a16="http://schemas.microsoft.com/office/drawing/2014/main" id="{2D4656BE-89B1-B409-7318-D4D04CE9D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1168400"/>
            <a:ext cx="4978400"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708E49BE-BD7C-1F99-A191-4DD3D881E01F}"/>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COMPONENT </a:t>
            </a:r>
            <a:r>
              <a:rPr lang="en-IN" altLang="en-US" sz="3200" b="1" dirty="0">
                <a:solidFill>
                  <a:srgbClr val="C00000"/>
                </a:solidFill>
                <a:effectLst>
                  <a:outerShdw blurRad="38100" dist="38100" dir="2700000" algn="tl">
                    <a:srgbClr val="000000"/>
                  </a:outerShdw>
                </a:effectLst>
                <a:latin typeface="+mj-lt"/>
                <a:ea typeface="+mj-ea"/>
                <a:cs typeface="+mj-cs"/>
              </a:rPr>
              <a:t>DIAGRAM</a:t>
            </a:r>
          </a:p>
        </p:txBody>
      </p:sp>
      <p:sp>
        <p:nvSpPr>
          <p:cNvPr id="28675" name="Content Placeholder 2">
            <a:extLst>
              <a:ext uri="{FF2B5EF4-FFF2-40B4-BE49-F238E27FC236}">
                <a16:creationId xmlns:a16="http://schemas.microsoft.com/office/drawing/2014/main" id="{08D16A0A-3436-F767-2A07-87B683DB3746}"/>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8676" name="Content Placeholder 2">
            <a:extLst>
              <a:ext uri="{FF2B5EF4-FFF2-40B4-BE49-F238E27FC236}">
                <a16:creationId xmlns:a16="http://schemas.microsoft.com/office/drawing/2014/main" id="{A057DD32-EB0C-51A4-41D5-DF6A6069C4A8}"/>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8677" name="TextBox 18">
            <a:extLst>
              <a:ext uri="{FF2B5EF4-FFF2-40B4-BE49-F238E27FC236}">
                <a16:creationId xmlns:a16="http://schemas.microsoft.com/office/drawing/2014/main" id="{DFBB08EE-2306-68A9-9063-13B34F34541C}"/>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8678" name="TextBox 2">
            <a:extLst>
              <a:ext uri="{FF2B5EF4-FFF2-40B4-BE49-F238E27FC236}">
                <a16:creationId xmlns:a16="http://schemas.microsoft.com/office/drawing/2014/main" id="{CB149B7D-3D7E-25C5-AA28-1A3D2A58E5D6}"/>
              </a:ext>
            </a:extLst>
          </p:cNvPr>
          <p:cNvSpPr txBox="1">
            <a:spLocks noChangeArrowheads="1"/>
          </p:cNvSpPr>
          <p:nvPr/>
        </p:nvSpPr>
        <p:spPr bwMode="auto">
          <a:xfrm>
            <a:off x="320675" y="885825"/>
            <a:ext cx="79851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US" altLang="en-US" sz="2400"/>
              <a:t>A Component Diagram represents the components of a system.</a:t>
            </a:r>
          </a:p>
          <a:p>
            <a:pPr algn="just">
              <a:buFont typeface="Arial" panose="020B0604020202020204" pitchFamily="34" charset="0"/>
              <a:buChar char="•"/>
            </a:pPr>
            <a:r>
              <a:rPr lang="en-US" altLang="en-US" sz="2400"/>
              <a:t>Components – System and User</a:t>
            </a:r>
          </a:p>
          <a:p>
            <a:pPr algn="just">
              <a:buFont typeface="Arial" panose="020B0604020202020204" pitchFamily="34" charset="0"/>
              <a:buChar char="•"/>
            </a:pPr>
            <a:r>
              <a:rPr lang="en-US" altLang="en-US" sz="2400"/>
              <a:t>Package – Datasets</a:t>
            </a:r>
          </a:p>
        </p:txBody>
      </p:sp>
      <p:pic>
        <p:nvPicPr>
          <p:cNvPr id="28679" name="Picture 1">
            <a:extLst>
              <a:ext uri="{FF2B5EF4-FFF2-40B4-BE49-F238E27FC236}">
                <a16:creationId xmlns:a16="http://schemas.microsoft.com/office/drawing/2014/main" id="{44D2DA3F-6C25-9CF4-7434-C12F8CB0E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75" y="2922588"/>
            <a:ext cx="7766050" cy="304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3C25B904-7210-800A-5C57-25A6037EB24C}"/>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DEPLOYMENT </a:t>
            </a:r>
            <a:r>
              <a:rPr lang="en-IN" altLang="en-US" sz="3200" b="1" dirty="0">
                <a:solidFill>
                  <a:srgbClr val="C00000"/>
                </a:solidFill>
                <a:effectLst>
                  <a:outerShdw blurRad="38100" dist="38100" dir="2700000" algn="tl">
                    <a:srgbClr val="000000"/>
                  </a:outerShdw>
                </a:effectLst>
                <a:latin typeface="+mj-lt"/>
                <a:ea typeface="+mj-ea"/>
                <a:cs typeface="+mj-cs"/>
              </a:rPr>
              <a:t>DIAGRAM</a:t>
            </a:r>
          </a:p>
        </p:txBody>
      </p:sp>
      <p:sp>
        <p:nvSpPr>
          <p:cNvPr id="29699" name="Content Placeholder 2">
            <a:extLst>
              <a:ext uri="{FF2B5EF4-FFF2-40B4-BE49-F238E27FC236}">
                <a16:creationId xmlns:a16="http://schemas.microsoft.com/office/drawing/2014/main" id="{49FB0AF6-CDE3-6CD3-1CDA-984AA5B5614B}"/>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29700" name="Content Placeholder 2">
            <a:extLst>
              <a:ext uri="{FF2B5EF4-FFF2-40B4-BE49-F238E27FC236}">
                <a16:creationId xmlns:a16="http://schemas.microsoft.com/office/drawing/2014/main" id="{A17A7749-84A5-278D-B769-36F689B58984}"/>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29701" name="TextBox 18">
            <a:extLst>
              <a:ext uri="{FF2B5EF4-FFF2-40B4-BE49-F238E27FC236}">
                <a16:creationId xmlns:a16="http://schemas.microsoft.com/office/drawing/2014/main" id="{34B9B7F6-9108-A1F9-A1D9-61DB89B9B8C8}"/>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29702" name="TextBox 2">
            <a:extLst>
              <a:ext uri="{FF2B5EF4-FFF2-40B4-BE49-F238E27FC236}">
                <a16:creationId xmlns:a16="http://schemas.microsoft.com/office/drawing/2014/main" id="{F5CED056-DEBE-08EC-E2DF-7BBFA46AA84D}"/>
              </a:ext>
            </a:extLst>
          </p:cNvPr>
          <p:cNvSpPr txBox="1">
            <a:spLocks noChangeArrowheads="1"/>
          </p:cNvSpPr>
          <p:nvPr/>
        </p:nvSpPr>
        <p:spPr bwMode="auto">
          <a:xfrm>
            <a:off x="320675" y="885825"/>
            <a:ext cx="798512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buFont typeface="Arial" panose="020B0604020202020204" pitchFamily="34" charset="0"/>
              <a:buChar char="•"/>
            </a:pPr>
            <a:r>
              <a:rPr lang="en-US" altLang="en-US" sz="2400"/>
              <a:t>Deployment diagram represents the deployment view of a system.</a:t>
            </a:r>
          </a:p>
          <a:p>
            <a:pPr algn="just">
              <a:buFont typeface="Arial" panose="020B0604020202020204" pitchFamily="34" charset="0"/>
              <a:buChar char="•"/>
            </a:pPr>
            <a:r>
              <a:rPr lang="en-US" altLang="en-US" sz="2400"/>
              <a:t>A deployment diagram consists of nodes. Nodes are nothing but physical hardware’s used to deploy the application.</a:t>
            </a:r>
            <a:endParaRPr lang="en-IN" altLang="en-US" sz="2400"/>
          </a:p>
        </p:txBody>
      </p:sp>
      <p:pic>
        <p:nvPicPr>
          <p:cNvPr id="29703" name="Picture 1">
            <a:extLst>
              <a:ext uri="{FF2B5EF4-FFF2-40B4-BE49-F238E27FC236}">
                <a16:creationId xmlns:a16="http://schemas.microsoft.com/office/drawing/2014/main" id="{D70CC005-C471-00CC-678A-8A69B5B535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438" y="2762250"/>
            <a:ext cx="6818312" cy="231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41BDDF4F-0920-B8FC-CE19-42EA2478D040}"/>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SYSTEM REQUIREMENTS</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0723" name="Content Placeholder 2">
            <a:extLst>
              <a:ext uri="{FF2B5EF4-FFF2-40B4-BE49-F238E27FC236}">
                <a16:creationId xmlns:a16="http://schemas.microsoft.com/office/drawing/2014/main" id="{68C2F9A1-B524-3164-C440-76F840F1DA8E}"/>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30724" name="Content Placeholder 2">
            <a:extLst>
              <a:ext uri="{FF2B5EF4-FFF2-40B4-BE49-F238E27FC236}">
                <a16:creationId xmlns:a16="http://schemas.microsoft.com/office/drawing/2014/main" id="{71D191FF-C24E-6D81-771E-428E32ED5582}"/>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30725" name="TextBox 18">
            <a:extLst>
              <a:ext uri="{FF2B5EF4-FFF2-40B4-BE49-F238E27FC236}">
                <a16:creationId xmlns:a16="http://schemas.microsoft.com/office/drawing/2014/main" id="{15147705-5083-674C-4A2B-52A12D104EDC}"/>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30726" name="TextBox 1">
            <a:extLst>
              <a:ext uri="{FF2B5EF4-FFF2-40B4-BE49-F238E27FC236}">
                <a16:creationId xmlns:a16="http://schemas.microsoft.com/office/drawing/2014/main" id="{3F79FF2C-DB56-A355-1290-A54513995CA9}"/>
              </a:ext>
            </a:extLst>
          </p:cNvPr>
          <p:cNvSpPr txBox="1">
            <a:spLocks noChangeArrowheads="1"/>
          </p:cNvSpPr>
          <p:nvPr/>
        </p:nvSpPr>
        <p:spPr bwMode="auto">
          <a:xfrm>
            <a:off x="347663" y="1016000"/>
            <a:ext cx="872490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US" altLang="en-US" b="1"/>
              <a:t>H/W REQUIREMENTS:</a:t>
            </a:r>
          </a:p>
          <a:p>
            <a:pPr algn="just"/>
            <a:r>
              <a:rPr lang="en-US" altLang="en-US"/>
              <a:t>Processor		</a:t>
            </a:r>
            <a:r>
              <a:rPr lang="en-US" altLang="en-US" b="1"/>
              <a:t>	</a:t>
            </a:r>
            <a:r>
              <a:rPr lang="en-US" altLang="en-US"/>
              <a:t>-</a:t>
            </a:r>
            <a:r>
              <a:rPr lang="en-US" altLang="en-US" b="1"/>
              <a:t> </a:t>
            </a:r>
            <a:r>
              <a:rPr lang="en-US" altLang="en-US"/>
              <a:t>I3/Intel Processor</a:t>
            </a:r>
          </a:p>
          <a:p>
            <a:pPr algn="just"/>
            <a:r>
              <a:rPr lang="en-US" altLang="en-US"/>
              <a:t>Hard Disk			- 160GB</a:t>
            </a:r>
          </a:p>
          <a:p>
            <a:pPr algn="just"/>
            <a:r>
              <a:rPr lang="en-US" altLang="en-US"/>
              <a:t>Key Board		- Standard Windows Keyboard</a:t>
            </a:r>
          </a:p>
          <a:p>
            <a:pPr algn="just"/>
            <a:r>
              <a:rPr lang="en-US" altLang="en-US"/>
              <a:t>Mouse			- Two or Three Button Mouse</a:t>
            </a:r>
          </a:p>
          <a:p>
            <a:pPr algn="just"/>
            <a:r>
              <a:rPr lang="en-US" altLang="en-US"/>
              <a:t>Monitor			- SVGA(Super Video Graphics Array)</a:t>
            </a:r>
          </a:p>
          <a:p>
            <a:pPr algn="just"/>
            <a:r>
              <a:rPr lang="en-US" altLang="en-US"/>
              <a:t>RAM			- 8GB</a:t>
            </a:r>
          </a:p>
          <a:p>
            <a:pPr algn="just"/>
            <a:r>
              <a:rPr lang="en-US" altLang="en-US" b="1"/>
              <a:t>S/W REQUIREMENTS:</a:t>
            </a:r>
            <a:endParaRPr lang="en-US" altLang="en-US"/>
          </a:p>
          <a:p>
            <a:pPr algn="just"/>
            <a:r>
              <a:rPr lang="en-US" altLang="en-US"/>
              <a:t>Operating System		 - Windows 7/8/10</a:t>
            </a:r>
          </a:p>
          <a:p>
            <a:pPr algn="just"/>
            <a:r>
              <a:rPr lang="en-US" altLang="en-US"/>
              <a:t>Client-side Script		 - HTML, CSS, Bootstrap &amp; JS</a:t>
            </a:r>
          </a:p>
          <a:p>
            <a:pPr algn="just"/>
            <a:r>
              <a:rPr lang="en-US" altLang="en-US"/>
              <a:t>Programming Language	 - Python</a:t>
            </a:r>
          </a:p>
          <a:p>
            <a:r>
              <a:rPr lang="en-US" altLang="en-US"/>
              <a:t>Libraries			 - Flask, Pandas, Mysql.connector, Os, Scikit-Learn, Numpy IDE/Workbench		 - PyCharm</a:t>
            </a:r>
          </a:p>
          <a:p>
            <a:pPr algn="just"/>
            <a:r>
              <a:rPr lang="en-US" altLang="en-US"/>
              <a:t>Technology		 - Python 3.6+</a:t>
            </a:r>
          </a:p>
          <a:p>
            <a:pPr algn="just"/>
            <a:r>
              <a:rPr lang="en-US" altLang="en-US"/>
              <a:t>Server Deployment		 - Xampp Server</a:t>
            </a:r>
          </a:p>
          <a:p>
            <a:pPr algn="just">
              <a:lnSpc>
                <a:spcPct val="150000"/>
              </a:lnSpc>
            </a:pPr>
            <a:endParaRPr lang="en-IN" altLang="en-US" sz="2800">
              <a:ea typeface="Calibri" panose="020F0502020204030204" pitchFamily="34"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08E5080-80FA-B08B-C037-AFA6E7E9A080}"/>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PROJECT IMPLEMENTATION</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1747" name="Content Placeholder 2">
            <a:extLst>
              <a:ext uri="{FF2B5EF4-FFF2-40B4-BE49-F238E27FC236}">
                <a16:creationId xmlns:a16="http://schemas.microsoft.com/office/drawing/2014/main" id="{483E3513-C3CE-513E-578B-42918D4C0AEE}"/>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31748" name="Content Placeholder 2">
            <a:extLst>
              <a:ext uri="{FF2B5EF4-FFF2-40B4-BE49-F238E27FC236}">
                <a16:creationId xmlns:a16="http://schemas.microsoft.com/office/drawing/2014/main" id="{F459634B-764D-72C0-1BC2-EEFF42FC9269}"/>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31749" name="TextBox 18">
            <a:extLst>
              <a:ext uri="{FF2B5EF4-FFF2-40B4-BE49-F238E27FC236}">
                <a16:creationId xmlns:a16="http://schemas.microsoft.com/office/drawing/2014/main" id="{44102862-FBF7-B399-9853-8E5965EAB97B}"/>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F976CA08-E02F-F794-CEFB-CD02CC4FD16D}"/>
              </a:ext>
            </a:extLst>
          </p:cNvPr>
          <p:cNvSpPr txBox="1"/>
          <p:nvPr/>
        </p:nvSpPr>
        <p:spPr>
          <a:xfrm>
            <a:off x="320675" y="1190625"/>
            <a:ext cx="8823325" cy="4529138"/>
          </a:xfrm>
          <a:prstGeom prst="rect">
            <a:avLst/>
          </a:prstGeom>
        </p:spPr>
        <p:txBody>
          <a:bodyPr/>
          <a:lstStyle/>
          <a:p>
            <a:pPr>
              <a:lnSpc>
                <a:spcPts val="1800"/>
              </a:lnSpc>
              <a:spcAft>
                <a:spcPts val="600"/>
              </a:spcAft>
              <a:defRPr/>
            </a:pPr>
            <a:endParaRPr lang="en-IN" sz="1200" b="1" dirty="0">
              <a:latin typeface="+mn-lt"/>
              <a:cs typeface="Segoe UI" panose="020B0502040204020203" pitchFamily="34" charset="0"/>
            </a:endParaRPr>
          </a:p>
        </p:txBody>
      </p:sp>
      <p:pic>
        <p:nvPicPr>
          <p:cNvPr id="3" name="Picture 2">
            <a:extLst>
              <a:ext uri="{FF2B5EF4-FFF2-40B4-BE49-F238E27FC236}">
                <a16:creationId xmlns:a16="http://schemas.microsoft.com/office/drawing/2014/main" id="{ADDC222F-344C-C612-972E-82E49B61BA5A}"/>
              </a:ext>
            </a:extLst>
          </p:cNvPr>
          <p:cNvPicPr>
            <a:picLocks noChangeAspect="1"/>
          </p:cNvPicPr>
          <p:nvPr/>
        </p:nvPicPr>
        <p:blipFill>
          <a:blip r:embed="rId2"/>
          <a:stretch>
            <a:fillRect/>
          </a:stretch>
        </p:blipFill>
        <p:spPr>
          <a:xfrm>
            <a:off x="192504" y="970547"/>
            <a:ext cx="8767011" cy="560671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38B602E-CF4D-E947-2CD5-95E479956407}"/>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PROJECT IMPLEMENTATION</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2771" name="Content Placeholder 2">
            <a:extLst>
              <a:ext uri="{FF2B5EF4-FFF2-40B4-BE49-F238E27FC236}">
                <a16:creationId xmlns:a16="http://schemas.microsoft.com/office/drawing/2014/main" id="{310F0AFE-F950-023E-DA44-49ECEF5BB496}"/>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32772" name="Content Placeholder 2">
            <a:extLst>
              <a:ext uri="{FF2B5EF4-FFF2-40B4-BE49-F238E27FC236}">
                <a16:creationId xmlns:a16="http://schemas.microsoft.com/office/drawing/2014/main" id="{BE5BA2B1-45BA-AA21-6EED-7B3D4810DD2B}"/>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32773" name="TextBox 18">
            <a:extLst>
              <a:ext uri="{FF2B5EF4-FFF2-40B4-BE49-F238E27FC236}">
                <a16:creationId xmlns:a16="http://schemas.microsoft.com/office/drawing/2014/main" id="{141E39B2-7FFC-F25B-038E-00F8179E21EC}"/>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A5F7B942-C569-816F-7214-51C1910AB14F}"/>
              </a:ext>
            </a:extLst>
          </p:cNvPr>
          <p:cNvSpPr txBox="1"/>
          <p:nvPr/>
        </p:nvSpPr>
        <p:spPr>
          <a:xfrm>
            <a:off x="320675" y="1190625"/>
            <a:ext cx="8823325" cy="4529138"/>
          </a:xfrm>
          <a:prstGeom prst="rect">
            <a:avLst/>
          </a:prstGeom>
        </p:spPr>
        <p:txBody>
          <a:bodyPr/>
          <a:lstStyle/>
          <a:p>
            <a:pPr>
              <a:lnSpc>
                <a:spcPts val="1800"/>
              </a:lnSpc>
              <a:spcAft>
                <a:spcPts val="600"/>
              </a:spcAft>
              <a:defRPr/>
            </a:pPr>
            <a:endParaRPr lang="en-IN" sz="1200" b="1" dirty="0">
              <a:latin typeface="+mn-lt"/>
              <a:cs typeface="Segoe UI" panose="020B0502040204020203" pitchFamily="34" charset="0"/>
            </a:endParaRPr>
          </a:p>
        </p:txBody>
      </p:sp>
      <p:pic>
        <p:nvPicPr>
          <p:cNvPr id="3" name="Picture 2">
            <a:extLst>
              <a:ext uri="{FF2B5EF4-FFF2-40B4-BE49-F238E27FC236}">
                <a16:creationId xmlns:a16="http://schemas.microsoft.com/office/drawing/2014/main" id="{8AE49F24-2A22-39CA-52C5-8A62FF44D258}"/>
              </a:ext>
            </a:extLst>
          </p:cNvPr>
          <p:cNvPicPr>
            <a:picLocks noChangeAspect="1"/>
          </p:cNvPicPr>
          <p:nvPr/>
        </p:nvPicPr>
        <p:blipFill>
          <a:blip r:embed="rId2"/>
          <a:stretch>
            <a:fillRect/>
          </a:stretch>
        </p:blipFill>
        <p:spPr>
          <a:xfrm>
            <a:off x="160420" y="847725"/>
            <a:ext cx="8823325" cy="574557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72A647D-EBA3-34B7-1209-4AEB0BD9D3F4}"/>
              </a:ext>
            </a:extLst>
          </p:cNvPr>
          <p:cNvPicPr>
            <a:picLocks noGrp="1" noChangeAspect="1"/>
          </p:cNvPicPr>
          <p:nvPr>
            <p:ph idx="1"/>
          </p:nvPr>
        </p:nvPicPr>
        <p:blipFill>
          <a:blip r:embed="rId2"/>
          <a:stretch>
            <a:fillRect/>
          </a:stretch>
        </p:blipFill>
        <p:spPr bwMode="auto">
          <a:xfrm>
            <a:off x="200660" y="890337"/>
            <a:ext cx="8726772" cy="5775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8C04AD86-EB66-427B-8AEF-9FE280965C62}"/>
              </a:ext>
            </a:extLst>
          </p:cNvPr>
          <p:cNvSpPr>
            <a:spLocks noGrp="1"/>
          </p:cNvSpPr>
          <p:nvPr>
            <p:ph type="title"/>
          </p:nvPr>
        </p:nvSpPr>
        <p:spPr>
          <a:xfrm>
            <a:off x="200660" y="253514"/>
            <a:ext cx="7027236" cy="479910"/>
          </a:xfrm>
        </p:spPr>
        <p:txBody>
          <a:bodyPr>
            <a:noAutofit/>
          </a:bodyPr>
          <a:lstStyle/>
          <a:p>
            <a:r>
              <a:rPr lang="en-US" sz="3200" dirty="0">
                <a:effectLst>
                  <a:outerShdw blurRad="38100" dist="38100" dir="2700000" algn="tl">
                    <a:srgbClr val="000000">
                      <a:alpha val="43137"/>
                    </a:srgbClr>
                  </a:outerShdw>
                </a:effectLst>
              </a:rPr>
              <a:t>PROJECT IMPLEMENTATION</a:t>
            </a:r>
            <a:endParaRPr lang="en-IN"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40576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B715CD-C257-EA0A-259A-53E0A0A3C931}"/>
              </a:ext>
            </a:extLst>
          </p:cNvPr>
          <p:cNvSpPr>
            <a:spLocks noGrp="1"/>
          </p:cNvSpPr>
          <p:nvPr>
            <p:ph idx="1"/>
          </p:nvPr>
        </p:nvSpPr>
        <p:spPr/>
        <p:txBody>
          <a:bodyPr/>
          <a:lstStyle/>
          <a:p>
            <a:endParaRPr lang="en-IN"/>
          </a:p>
        </p:txBody>
      </p:sp>
      <p:sp>
        <p:nvSpPr>
          <p:cNvPr id="3" name="Content Placeholder 2">
            <a:extLst>
              <a:ext uri="{FF2B5EF4-FFF2-40B4-BE49-F238E27FC236}">
                <a16:creationId xmlns:a16="http://schemas.microsoft.com/office/drawing/2014/main" id="{FAF95831-6476-6E74-268B-C90CF4FC1031}"/>
              </a:ext>
            </a:extLst>
          </p:cNvPr>
          <p:cNvSpPr>
            <a:spLocks noGrp="1"/>
          </p:cNvSpPr>
          <p:nvPr>
            <p:ph idx="13"/>
          </p:nvPr>
        </p:nvSpPr>
        <p:spPr/>
        <p:txBody>
          <a:bodyPr/>
          <a:lstStyle/>
          <a:p>
            <a:endParaRPr lang="en-IN"/>
          </a:p>
        </p:txBody>
      </p:sp>
      <p:sp>
        <p:nvSpPr>
          <p:cNvPr id="4" name="Title 3">
            <a:extLst>
              <a:ext uri="{FF2B5EF4-FFF2-40B4-BE49-F238E27FC236}">
                <a16:creationId xmlns:a16="http://schemas.microsoft.com/office/drawing/2014/main" id="{FC54E828-2528-973A-18D5-A0E2B556AA83}"/>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953486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E2D86070-47B0-BEB9-D51B-600AF516B2AD}"/>
              </a:ext>
            </a:extLst>
          </p:cNvPr>
          <p:cNvSpPr txBox="1">
            <a:spLocks noChangeArrowheads="1"/>
          </p:cNvSpPr>
          <p:nvPr/>
        </p:nvSpPr>
        <p:spPr>
          <a:xfrm>
            <a:off x="222250" y="222250"/>
            <a:ext cx="7008813" cy="509588"/>
          </a:xfrm>
          <a:prstGeom prst="rect">
            <a:avLst/>
          </a:prstGeom>
          <a:noFill/>
          <a:effectLst/>
        </p:spPr>
        <p:txBody>
          <a:bodyPr anchor="ctr"/>
          <a:lstStyle/>
          <a:p>
            <a:pPr defTabSz="685800" fontAlgn="auto">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TESTING</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3795" name="Content Placeholder 2">
            <a:extLst>
              <a:ext uri="{FF2B5EF4-FFF2-40B4-BE49-F238E27FC236}">
                <a16:creationId xmlns:a16="http://schemas.microsoft.com/office/drawing/2014/main" id="{D5A45427-195E-C0D8-848A-75856EA31F46}"/>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eaLnBrk="1" hangingPunct="1">
              <a:lnSpc>
                <a:spcPct val="100000"/>
              </a:lnSpc>
              <a:spcBef>
                <a:spcPct val="20000"/>
              </a:spcBef>
              <a:buFont typeface="Arial" panose="020B0604020202020204" pitchFamily="34" charset="0"/>
              <a:buNone/>
            </a:pPr>
            <a:endParaRPr lang="en-US" altLang="en-US" sz="2400">
              <a:cs typeface="Arial" panose="020B0604020202020204" pitchFamily="34" charset="0"/>
            </a:endParaRPr>
          </a:p>
          <a:p>
            <a:pPr eaLnBrk="1" hangingPunct="1">
              <a:lnSpc>
                <a:spcPct val="100000"/>
              </a:lnSpc>
              <a:spcBef>
                <a:spcPct val="20000"/>
              </a:spcBef>
            </a:pPr>
            <a:endParaRPr lang="en-US" altLang="en-US" sz="2400">
              <a:cs typeface="Arial" panose="020B0604020202020204" pitchFamily="34" charset="0"/>
            </a:endParaRPr>
          </a:p>
        </p:txBody>
      </p:sp>
      <p:sp>
        <p:nvSpPr>
          <p:cNvPr id="33796" name="TextBox 2">
            <a:extLst>
              <a:ext uri="{FF2B5EF4-FFF2-40B4-BE49-F238E27FC236}">
                <a16:creationId xmlns:a16="http://schemas.microsoft.com/office/drawing/2014/main" id="{6ABB854B-564E-4EB3-22AE-38FB46604E53}"/>
              </a:ext>
            </a:extLst>
          </p:cNvPr>
          <p:cNvSpPr txBox="1">
            <a:spLocks noChangeArrowheads="1"/>
          </p:cNvSpPr>
          <p:nvPr/>
        </p:nvSpPr>
        <p:spPr bwMode="auto">
          <a:xfrm>
            <a:off x="222250" y="731838"/>
            <a:ext cx="8782854"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400" b="1" dirty="0"/>
              <a:t>UNIT Testing</a:t>
            </a:r>
          </a:p>
          <a:p>
            <a:r>
              <a:rPr lang="en-US" altLang="en-US" sz="2400" b="1" dirty="0"/>
              <a:t>Objective:</a:t>
            </a:r>
            <a:br>
              <a:rPr lang="en-US" altLang="en-US" sz="2400" dirty="0"/>
            </a:br>
            <a:r>
              <a:rPr lang="en-US" altLang="en-US" sz="2400" dirty="0"/>
              <a:t>To </a:t>
            </a:r>
            <a:r>
              <a:rPr lang="en-US" sz="2400" dirty="0"/>
              <a:t>verify that each individual module of the ransomware detection system functions correctly and produces accurate outputs for given inputs.</a:t>
            </a:r>
          </a:p>
          <a:p>
            <a:r>
              <a:rPr lang="en-US" altLang="en-US" sz="2400" b="1" dirty="0"/>
              <a:t>Method:</a:t>
            </a:r>
            <a:br>
              <a:rPr lang="en-US" altLang="en-US" sz="2400" dirty="0"/>
            </a:br>
            <a:r>
              <a:rPr lang="en-US" sz="2400" dirty="0"/>
              <a:t>Test individual modules under different simulated input conditions to verify correct functionality and measure response time for each unit.</a:t>
            </a:r>
          </a:p>
          <a:p>
            <a:r>
              <a:rPr lang="en-US" altLang="en-US" sz="2400" b="1" dirty="0"/>
              <a:t>Procedure:</a:t>
            </a:r>
            <a:endParaRPr lang="en-US" altLang="en-US" sz="2400" dirty="0"/>
          </a:p>
          <a:p>
            <a:pPr>
              <a:buFont typeface="Arial" panose="020B0604020202020204" pitchFamily="34" charset="0"/>
              <a:buChar char="•"/>
            </a:pPr>
            <a:r>
              <a:rPr lang="en-US" sz="2400" dirty="0"/>
              <a:t> Identify individual modules such as data preprocessing, model prediction, and result generation, and test them separately</a:t>
            </a:r>
            <a:r>
              <a:rPr lang="en-US" altLang="en-US" sz="2400" dirty="0"/>
              <a:t>.</a:t>
            </a:r>
          </a:p>
          <a:p>
            <a:pPr>
              <a:buFont typeface="Arial" panose="020B0604020202020204" pitchFamily="34" charset="0"/>
              <a:buChar char="•"/>
            </a:pPr>
            <a:r>
              <a:rPr lang="en-US" sz="2400" dirty="0"/>
              <a:t> Provide valid and invalid input data to check whether the module produces expected outputs and handles errors correctly.</a:t>
            </a:r>
          </a:p>
          <a:p>
            <a:pPr>
              <a:buFont typeface="Arial" panose="020B0604020202020204" pitchFamily="34" charset="0"/>
              <a:buChar char="•"/>
            </a:pPr>
            <a:r>
              <a:rPr lang="en-US" sz="2400" dirty="0"/>
              <a:t> Verify all decision paths and internal logic to ensure complete coverage and correct functionality of each unit.</a:t>
            </a:r>
            <a:endParaRPr lang="en-US" alt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B10981F-E81D-B93C-14FB-C05F6083209B}"/>
              </a:ext>
            </a:extLst>
          </p:cNvPr>
          <p:cNvSpPr txBox="1">
            <a:spLocks noChangeArrowheads="1"/>
          </p:cNvSpPr>
          <p:nvPr/>
        </p:nvSpPr>
        <p:spPr>
          <a:xfrm>
            <a:off x="222250" y="222250"/>
            <a:ext cx="7008813" cy="509588"/>
          </a:xfrm>
          <a:prstGeom prst="rect">
            <a:avLst/>
          </a:prstGeom>
          <a:noFill/>
          <a:effectLst/>
        </p:spPr>
        <p:txBody>
          <a:bodyPr anchor="ctr"/>
          <a:lstStyle/>
          <a:p>
            <a:pPr defTabSz="685800" fontAlgn="auto">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TESTING </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4819" name="Content Placeholder 2">
            <a:extLst>
              <a:ext uri="{FF2B5EF4-FFF2-40B4-BE49-F238E27FC236}">
                <a16:creationId xmlns:a16="http://schemas.microsoft.com/office/drawing/2014/main" id="{103BE296-24BC-536A-D40D-DF6A364AEA2D}"/>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eaLnBrk="1" hangingPunct="1">
              <a:lnSpc>
                <a:spcPct val="100000"/>
              </a:lnSpc>
              <a:spcBef>
                <a:spcPct val="20000"/>
              </a:spcBef>
              <a:buFont typeface="Arial" panose="020B0604020202020204" pitchFamily="34" charset="0"/>
              <a:buNone/>
            </a:pPr>
            <a:endParaRPr lang="en-US" altLang="en-US" sz="2400">
              <a:cs typeface="Arial" panose="020B0604020202020204" pitchFamily="34" charset="0"/>
            </a:endParaRPr>
          </a:p>
          <a:p>
            <a:pPr eaLnBrk="1" hangingPunct="1">
              <a:lnSpc>
                <a:spcPct val="100000"/>
              </a:lnSpc>
              <a:spcBef>
                <a:spcPct val="20000"/>
              </a:spcBef>
            </a:pPr>
            <a:endParaRPr lang="en-US" altLang="en-US" sz="2400">
              <a:cs typeface="Arial" panose="020B0604020202020204" pitchFamily="34" charset="0"/>
            </a:endParaRPr>
          </a:p>
        </p:txBody>
      </p:sp>
      <p:sp>
        <p:nvSpPr>
          <p:cNvPr id="34820" name="TextBox 6">
            <a:extLst>
              <a:ext uri="{FF2B5EF4-FFF2-40B4-BE49-F238E27FC236}">
                <a16:creationId xmlns:a16="http://schemas.microsoft.com/office/drawing/2014/main" id="{A298F649-7A7D-F343-24F8-6D9AF7C6EC62}"/>
              </a:ext>
            </a:extLst>
          </p:cNvPr>
          <p:cNvSpPr txBox="1">
            <a:spLocks noChangeArrowheads="1"/>
          </p:cNvSpPr>
          <p:nvPr/>
        </p:nvSpPr>
        <p:spPr bwMode="auto">
          <a:xfrm>
            <a:off x="131763" y="1143000"/>
            <a:ext cx="8537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lgn="just">
              <a:lnSpc>
                <a:spcPct val="100000"/>
              </a:lnSpc>
              <a:spcBef>
                <a:spcPct val="0"/>
              </a:spcBef>
              <a:buFontTx/>
              <a:buNone/>
            </a:pPr>
            <a:endParaRPr lang="en-US" altLang="en-US" sz="1800">
              <a:solidFill>
                <a:srgbClr val="000000"/>
              </a:solidFill>
              <a:latin typeface="Times New Roman" panose="02020603050405020304" pitchFamily="18" charset="0"/>
              <a:cs typeface="Arial" panose="020B0604020202020204" pitchFamily="34" charset="0"/>
            </a:endParaRPr>
          </a:p>
          <a:p>
            <a:pPr>
              <a:lnSpc>
                <a:spcPct val="100000"/>
              </a:lnSpc>
              <a:spcBef>
                <a:spcPct val="0"/>
              </a:spcBef>
              <a:buFontTx/>
              <a:buNone/>
            </a:pPr>
            <a:endParaRPr lang="en-US" altLang="en-US" sz="1800">
              <a:cs typeface="Arial" panose="020B0604020202020204" pitchFamily="34" charset="0"/>
            </a:endParaRPr>
          </a:p>
        </p:txBody>
      </p:sp>
      <p:sp>
        <p:nvSpPr>
          <p:cNvPr id="34821" name="TextBox 2">
            <a:extLst>
              <a:ext uri="{FF2B5EF4-FFF2-40B4-BE49-F238E27FC236}">
                <a16:creationId xmlns:a16="http://schemas.microsoft.com/office/drawing/2014/main" id="{2198C8E8-5639-D14A-5C95-9CFD1B415D2C}"/>
              </a:ext>
            </a:extLst>
          </p:cNvPr>
          <p:cNvSpPr txBox="1">
            <a:spLocks noChangeArrowheads="1"/>
          </p:cNvSpPr>
          <p:nvPr/>
        </p:nvSpPr>
        <p:spPr bwMode="auto">
          <a:xfrm>
            <a:off x="222250" y="477838"/>
            <a:ext cx="8789987"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sz="2400" b="1" dirty="0"/>
          </a:p>
          <a:p>
            <a:r>
              <a:rPr lang="en-US" altLang="en-US" sz="2400" b="1" dirty="0"/>
              <a:t>Integration Testing</a:t>
            </a:r>
          </a:p>
          <a:p>
            <a:r>
              <a:rPr lang="en-US" altLang="en-US" sz="2400" b="1" dirty="0"/>
              <a:t>Objective:</a:t>
            </a:r>
            <a:br>
              <a:rPr lang="en-US" altLang="en-US" sz="2400" dirty="0"/>
            </a:br>
            <a:r>
              <a:rPr lang="en-US" altLang="en-US" sz="2400" dirty="0"/>
              <a:t>To </a:t>
            </a:r>
            <a:r>
              <a:rPr lang="en-US" sz="2400" dirty="0"/>
              <a:t>verify that different modules of the ransomware detection system work together correctly and ensure smooth data flow between components without errors.</a:t>
            </a:r>
          </a:p>
          <a:p>
            <a:r>
              <a:rPr lang="en-US" altLang="en-US" sz="2400" b="1" dirty="0"/>
              <a:t>Method:</a:t>
            </a:r>
            <a:br>
              <a:rPr lang="en-US" altLang="en-US" sz="2400" dirty="0"/>
            </a:br>
            <a:r>
              <a:rPr lang="en-US" altLang="en-US" sz="2400" dirty="0"/>
              <a:t>Run the system under different simulated activity levels to e</a:t>
            </a:r>
            <a:r>
              <a:rPr lang="en-US" sz="2400" dirty="0"/>
              <a:t>nsure smooth interaction between integrated modules.</a:t>
            </a:r>
            <a:endParaRPr lang="en-US" altLang="en-US" sz="2400" dirty="0"/>
          </a:p>
          <a:p>
            <a:r>
              <a:rPr lang="en-US" altLang="en-US" sz="2400" b="1" dirty="0"/>
              <a:t>Procedure:</a:t>
            </a:r>
            <a:endParaRPr lang="en-US" altLang="en-US" sz="2400" dirty="0"/>
          </a:p>
          <a:p>
            <a:pPr>
              <a:buFont typeface="Arial" panose="020B0604020202020204" pitchFamily="34" charset="0"/>
              <a:buChar char="•"/>
            </a:pPr>
            <a:r>
              <a:rPr lang="en-US" sz="2400" dirty="0"/>
              <a:t> Integrate modules such as data preprocessing, model prediction, and result display, and test their combined functionality.</a:t>
            </a:r>
            <a:endParaRPr lang="en-US" altLang="en-US" sz="2400" dirty="0"/>
          </a:p>
          <a:p>
            <a:pPr>
              <a:buFont typeface="Arial" panose="020B0604020202020204" pitchFamily="34" charset="0"/>
              <a:buChar char="•"/>
            </a:pPr>
            <a:r>
              <a:rPr lang="en-US" sz="2400" dirty="0"/>
              <a:t> Provide input data and verify that it flows correctly between modules and produces the expected output</a:t>
            </a:r>
            <a:r>
              <a:rPr lang="en-US" altLang="en-US" sz="2400" dirty="0"/>
              <a:t>.</a:t>
            </a:r>
          </a:p>
          <a:p>
            <a:pPr>
              <a:buFont typeface="Arial" panose="020B0604020202020204" pitchFamily="34" charset="0"/>
              <a:buChar char="•"/>
            </a:pPr>
            <a:r>
              <a:rPr lang="en-US" sz="2400" dirty="0"/>
              <a:t> Identify and resolve any interface errors, data mismatches, or communication issues between components.</a:t>
            </a:r>
            <a:endParaRPr lang="en-US"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5A03D5BB-9121-2B7A-1467-4C92D9246384}"/>
              </a:ext>
            </a:extLst>
          </p:cNvPr>
          <p:cNvSpPr txBox="1">
            <a:spLocks noChangeArrowheads="1"/>
          </p:cNvSpPr>
          <p:nvPr/>
        </p:nvSpPr>
        <p:spPr>
          <a:xfrm>
            <a:off x="222250" y="222250"/>
            <a:ext cx="7008813" cy="509588"/>
          </a:xfrm>
          <a:prstGeom prst="rect">
            <a:avLst/>
          </a:prstGeom>
          <a:noFill/>
          <a:effectLst/>
        </p:spPr>
        <p:txBody>
          <a:bodyPr anchor="ctr"/>
          <a:lstStyle/>
          <a:p>
            <a:pPr defTabSz="685800" fontAlgn="auto">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TESTING </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5843" name="Content Placeholder 2">
            <a:extLst>
              <a:ext uri="{FF2B5EF4-FFF2-40B4-BE49-F238E27FC236}">
                <a16:creationId xmlns:a16="http://schemas.microsoft.com/office/drawing/2014/main" id="{65514AC6-290F-AF75-1B07-63F01AB228A8}"/>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eaLnBrk="1" hangingPunct="1">
              <a:lnSpc>
                <a:spcPct val="100000"/>
              </a:lnSpc>
              <a:spcBef>
                <a:spcPct val="20000"/>
              </a:spcBef>
              <a:buFont typeface="Arial" panose="020B0604020202020204" pitchFamily="34" charset="0"/>
              <a:buNone/>
            </a:pPr>
            <a:endParaRPr lang="en-US" altLang="en-US" sz="2400">
              <a:cs typeface="Arial" panose="020B0604020202020204" pitchFamily="34" charset="0"/>
            </a:endParaRPr>
          </a:p>
          <a:p>
            <a:pPr eaLnBrk="1" hangingPunct="1">
              <a:lnSpc>
                <a:spcPct val="100000"/>
              </a:lnSpc>
              <a:spcBef>
                <a:spcPct val="20000"/>
              </a:spcBef>
            </a:pPr>
            <a:endParaRPr lang="en-US" altLang="en-US" sz="2400">
              <a:cs typeface="Arial" panose="020B0604020202020204" pitchFamily="34" charset="0"/>
            </a:endParaRPr>
          </a:p>
        </p:txBody>
      </p:sp>
      <p:sp>
        <p:nvSpPr>
          <p:cNvPr id="35844" name="TextBox 6">
            <a:extLst>
              <a:ext uri="{FF2B5EF4-FFF2-40B4-BE49-F238E27FC236}">
                <a16:creationId xmlns:a16="http://schemas.microsoft.com/office/drawing/2014/main" id="{AD9E247D-CA94-5467-523B-E60E318B71CE}"/>
              </a:ext>
            </a:extLst>
          </p:cNvPr>
          <p:cNvSpPr txBox="1">
            <a:spLocks noChangeArrowheads="1"/>
          </p:cNvSpPr>
          <p:nvPr/>
        </p:nvSpPr>
        <p:spPr bwMode="auto">
          <a:xfrm>
            <a:off x="131763" y="1143000"/>
            <a:ext cx="8537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lgn="just">
              <a:lnSpc>
                <a:spcPct val="100000"/>
              </a:lnSpc>
              <a:spcBef>
                <a:spcPct val="0"/>
              </a:spcBef>
              <a:buFontTx/>
              <a:buNone/>
            </a:pPr>
            <a:endParaRPr lang="en-US" altLang="en-US" sz="1800">
              <a:solidFill>
                <a:srgbClr val="000000"/>
              </a:solidFill>
              <a:latin typeface="Times New Roman" panose="02020603050405020304" pitchFamily="18" charset="0"/>
              <a:cs typeface="Arial" panose="020B0604020202020204" pitchFamily="34" charset="0"/>
            </a:endParaRPr>
          </a:p>
          <a:p>
            <a:pPr>
              <a:lnSpc>
                <a:spcPct val="100000"/>
              </a:lnSpc>
              <a:spcBef>
                <a:spcPct val="0"/>
              </a:spcBef>
              <a:buFontTx/>
              <a:buNone/>
            </a:pPr>
            <a:endParaRPr lang="en-US" altLang="en-US" sz="1800">
              <a:cs typeface="Arial" panose="020B0604020202020204" pitchFamily="34" charset="0"/>
            </a:endParaRPr>
          </a:p>
        </p:txBody>
      </p:sp>
      <p:sp>
        <p:nvSpPr>
          <p:cNvPr id="35845" name="Rectangle 7">
            <a:extLst>
              <a:ext uri="{FF2B5EF4-FFF2-40B4-BE49-F238E27FC236}">
                <a16:creationId xmlns:a16="http://schemas.microsoft.com/office/drawing/2014/main" id="{2EE0CB28-76A8-AEDA-F0C4-DE41B53FE907}"/>
              </a:ext>
            </a:extLst>
          </p:cNvPr>
          <p:cNvSpPr>
            <a:spLocks noChangeArrowheads="1"/>
          </p:cNvSpPr>
          <p:nvPr/>
        </p:nvSpPr>
        <p:spPr bwMode="auto">
          <a:xfrm>
            <a:off x="290513" y="958850"/>
            <a:ext cx="8537575" cy="5482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buFont typeface="Arial" panose="020B0604020202020204" pitchFamily="34" charset="0"/>
              <a:buNone/>
            </a:pPr>
            <a:r>
              <a:rPr lang="en-US" altLang="en-US" sz="2000" b="1" dirty="0"/>
              <a:t>Acceptance Testing</a:t>
            </a:r>
          </a:p>
          <a:p>
            <a:pPr>
              <a:buNone/>
            </a:pPr>
            <a:r>
              <a:rPr lang="en-US" altLang="en-US" sz="2000" b="1" dirty="0"/>
              <a:t>Objective:</a:t>
            </a:r>
            <a:br>
              <a:rPr lang="en-US" altLang="en-US" sz="2000" dirty="0"/>
            </a:br>
            <a:r>
              <a:rPr lang="en-US" altLang="en-US" sz="2000" dirty="0"/>
              <a:t>To ensure </a:t>
            </a:r>
            <a:r>
              <a:rPr lang="en-US" sz="2000" dirty="0"/>
              <a:t>that the ransomware detection system meets user requirements and performs effectively in real-world scenarios</a:t>
            </a:r>
            <a:r>
              <a:rPr lang="en-US" altLang="en-US" sz="2000" dirty="0"/>
              <a:t>.</a:t>
            </a:r>
          </a:p>
          <a:p>
            <a:pPr>
              <a:buNone/>
            </a:pPr>
            <a:r>
              <a:rPr lang="en-US" altLang="en-US" sz="2000" b="1" dirty="0"/>
              <a:t>Method:</a:t>
            </a:r>
            <a:br>
              <a:rPr lang="en-US" altLang="en-US" sz="2000" dirty="0"/>
            </a:br>
            <a:r>
              <a:rPr lang="en-US" altLang="en-US" sz="2000" dirty="0"/>
              <a:t>T</a:t>
            </a:r>
            <a:r>
              <a:rPr lang="en-US" sz="2000" dirty="0"/>
              <a:t>est the system with real user inputs and simulated network conditions to verify usability, functionality, and response time</a:t>
            </a:r>
            <a:r>
              <a:rPr lang="en-US" altLang="en-US" sz="2000" dirty="0"/>
              <a:t>.</a:t>
            </a:r>
          </a:p>
          <a:p>
            <a:pPr>
              <a:buFont typeface="Arial" panose="020B0604020202020204" pitchFamily="34" charset="0"/>
              <a:buNone/>
            </a:pPr>
            <a:r>
              <a:rPr lang="en-US" altLang="en-US" sz="2000" b="1" dirty="0"/>
              <a:t>Procedure:</a:t>
            </a:r>
            <a:endParaRPr lang="en-US" altLang="en-US" sz="2000" dirty="0"/>
          </a:p>
          <a:p>
            <a:r>
              <a:rPr lang="en-US" sz="2000" dirty="0"/>
              <a:t> Allow end users to interact with the system using real or sample network data.</a:t>
            </a:r>
          </a:p>
          <a:p>
            <a:r>
              <a:rPr lang="en-US" sz="2000" dirty="0"/>
              <a:t> Verify that all functionalities such as data upload, detection, and result display work as expected</a:t>
            </a:r>
            <a:r>
              <a:rPr lang="en-US" altLang="en-US" sz="2000" dirty="0"/>
              <a:t>.</a:t>
            </a:r>
          </a:p>
          <a:p>
            <a:r>
              <a:rPr lang="en-US" sz="2000" dirty="0"/>
              <a:t> Collect user feedback to ensure the system meets requirements and is user-friendly.</a:t>
            </a:r>
            <a:endParaRPr lang="en-US" altLang="en-US" sz="2000" dirty="0">
              <a:solidFill>
                <a:srgbClr val="000000"/>
              </a:solidFill>
              <a:latin typeface="Times New Roman" panose="02020603050405020304" pitchFamily="18"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5A2E3F6-872C-D995-8A35-463AFAB543FB}"/>
              </a:ext>
            </a:extLst>
          </p:cNvPr>
          <p:cNvSpPr txBox="1">
            <a:spLocks noChangeArrowheads="1"/>
          </p:cNvSpPr>
          <p:nvPr/>
        </p:nvSpPr>
        <p:spPr>
          <a:xfrm>
            <a:off x="222250" y="222250"/>
            <a:ext cx="7008813" cy="509588"/>
          </a:xfrm>
          <a:prstGeom prst="rect">
            <a:avLst/>
          </a:prstGeom>
          <a:noFill/>
          <a:effectLst/>
        </p:spPr>
        <p:txBody>
          <a:bodyPr anchor="ctr"/>
          <a:lstStyle/>
          <a:p>
            <a:pPr defTabSz="685800" fontAlgn="auto">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TESTING </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6867" name="Content Placeholder 2">
            <a:extLst>
              <a:ext uri="{FF2B5EF4-FFF2-40B4-BE49-F238E27FC236}">
                <a16:creationId xmlns:a16="http://schemas.microsoft.com/office/drawing/2014/main" id="{49744C3C-B901-0D7B-40C7-7C85C32435C9}"/>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eaLnBrk="1" hangingPunct="1">
              <a:lnSpc>
                <a:spcPct val="100000"/>
              </a:lnSpc>
              <a:spcBef>
                <a:spcPct val="20000"/>
              </a:spcBef>
              <a:buFont typeface="Arial" panose="020B0604020202020204" pitchFamily="34" charset="0"/>
              <a:buNone/>
            </a:pPr>
            <a:endParaRPr lang="en-US" altLang="en-US" sz="2400">
              <a:cs typeface="Arial" panose="020B0604020202020204" pitchFamily="34" charset="0"/>
            </a:endParaRPr>
          </a:p>
          <a:p>
            <a:pPr eaLnBrk="1" hangingPunct="1">
              <a:lnSpc>
                <a:spcPct val="100000"/>
              </a:lnSpc>
              <a:spcBef>
                <a:spcPct val="20000"/>
              </a:spcBef>
            </a:pPr>
            <a:endParaRPr lang="en-US" altLang="en-US" sz="2400">
              <a:cs typeface="Arial" panose="020B0604020202020204" pitchFamily="34" charset="0"/>
            </a:endParaRPr>
          </a:p>
        </p:txBody>
      </p:sp>
      <p:sp>
        <p:nvSpPr>
          <p:cNvPr id="36868" name="TextBox 6">
            <a:extLst>
              <a:ext uri="{FF2B5EF4-FFF2-40B4-BE49-F238E27FC236}">
                <a16:creationId xmlns:a16="http://schemas.microsoft.com/office/drawing/2014/main" id="{4B5F4D66-D052-A1EE-DF3D-4F52622F7ECE}"/>
              </a:ext>
            </a:extLst>
          </p:cNvPr>
          <p:cNvSpPr txBox="1">
            <a:spLocks noChangeArrowheads="1"/>
          </p:cNvSpPr>
          <p:nvPr/>
        </p:nvSpPr>
        <p:spPr bwMode="auto">
          <a:xfrm>
            <a:off x="131763" y="1143000"/>
            <a:ext cx="8537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lgn="just">
              <a:lnSpc>
                <a:spcPct val="100000"/>
              </a:lnSpc>
              <a:spcBef>
                <a:spcPct val="0"/>
              </a:spcBef>
              <a:buFontTx/>
              <a:buNone/>
            </a:pPr>
            <a:endParaRPr lang="en-US" altLang="en-US" sz="1800">
              <a:solidFill>
                <a:srgbClr val="000000"/>
              </a:solidFill>
              <a:latin typeface="Times New Roman" panose="02020603050405020304" pitchFamily="18" charset="0"/>
              <a:cs typeface="Arial" panose="020B0604020202020204" pitchFamily="34" charset="0"/>
            </a:endParaRPr>
          </a:p>
          <a:p>
            <a:pPr>
              <a:lnSpc>
                <a:spcPct val="100000"/>
              </a:lnSpc>
              <a:spcBef>
                <a:spcPct val="0"/>
              </a:spcBef>
              <a:buFontTx/>
              <a:buNone/>
            </a:pPr>
            <a:endParaRPr lang="en-US" altLang="en-US" sz="1800">
              <a:cs typeface="Arial" panose="020B0604020202020204" pitchFamily="34" charset="0"/>
            </a:endParaRPr>
          </a:p>
        </p:txBody>
      </p:sp>
      <p:sp>
        <p:nvSpPr>
          <p:cNvPr id="36869" name="TextBox 2">
            <a:extLst>
              <a:ext uri="{FF2B5EF4-FFF2-40B4-BE49-F238E27FC236}">
                <a16:creationId xmlns:a16="http://schemas.microsoft.com/office/drawing/2014/main" id="{1ED5CC7B-88AF-BDE8-8167-71615D8C561B}"/>
              </a:ext>
            </a:extLst>
          </p:cNvPr>
          <p:cNvSpPr txBox="1">
            <a:spLocks noChangeArrowheads="1"/>
          </p:cNvSpPr>
          <p:nvPr/>
        </p:nvSpPr>
        <p:spPr bwMode="auto">
          <a:xfrm>
            <a:off x="131763" y="866775"/>
            <a:ext cx="868362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400" b="1" dirty="0"/>
              <a:t>Functional Testing</a:t>
            </a:r>
          </a:p>
          <a:p>
            <a:r>
              <a:rPr lang="en-US" altLang="en-US" sz="2200" b="1" dirty="0"/>
              <a:t>Objective:</a:t>
            </a:r>
            <a:br>
              <a:rPr lang="en-US" altLang="en-US" sz="2200" dirty="0"/>
            </a:br>
            <a:r>
              <a:rPr lang="en-US" altLang="en-US" sz="2200" dirty="0"/>
              <a:t>To </a:t>
            </a:r>
            <a:r>
              <a:rPr lang="en-US" sz="2200" dirty="0"/>
              <a:t>verify that all functions of the ransomware detection system operate according to specified requirements and produce correct outputs.</a:t>
            </a:r>
          </a:p>
          <a:p>
            <a:r>
              <a:rPr lang="en-US" altLang="en-US" sz="2200" b="1" dirty="0"/>
              <a:t>Method:</a:t>
            </a:r>
            <a:br>
              <a:rPr lang="en-US" altLang="en-US" sz="2200" dirty="0"/>
            </a:br>
            <a:r>
              <a:rPr lang="en-US" altLang="en-US" sz="2200" dirty="0"/>
              <a:t>T</a:t>
            </a:r>
            <a:r>
              <a:rPr lang="en-US" sz="2200" dirty="0"/>
              <a:t>est the system by providing valid and invalid inputs to evaluate functionality, system response, and output accuracy.</a:t>
            </a:r>
          </a:p>
          <a:p>
            <a:r>
              <a:rPr lang="en-US" altLang="en-US" sz="2200" b="1" dirty="0"/>
              <a:t>Procedure:</a:t>
            </a:r>
            <a:endParaRPr lang="en-US" altLang="en-US" sz="2200" dirty="0"/>
          </a:p>
          <a:p>
            <a:pPr>
              <a:buFont typeface="Arial" panose="020B0604020202020204" pitchFamily="34" charset="0"/>
              <a:buChar char="•"/>
            </a:pPr>
            <a:r>
              <a:rPr lang="en-US" sz="2200" dirty="0"/>
              <a:t> Provide valid network data inputs and ensure the system correctly processes and classifies them as benign or malicious.</a:t>
            </a:r>
          </a:p>
          <a:p>
            <a:pPr>
              <a:buFont typeface="Arial" panose="020B0604020202020204" pitchFamily="34" charset="0"/>
              <a:buChar char="•"/>
            </a:pPr>
            <a:r>
              <a:rPr lang="en-US" sz="2200" dirty="0"/>
              <a:t> Provide invalid or incomplete inputs and verify that the system properly rejects them with appropriate error messages.</a:t>
            </a:r>
          </a:p>
          <a:p>
            <a:pPr>
              <a:buFont typeface="Arial" panose="020B0604020202020204" pitchFamily="34" charset="0"/>
              <a:buChar char="•"/>
            </a:pPr>
            <a:r>
              <a:rPr lang="en-US" sz="2200" dirty="0"/>
              <a:t> Test all system functions such as data upload, preprocessing, detection, and result display to ensure correct execution and output generation</a:t>
            </a:r>
            <a:r>
              <a:rPr lang="en-US" sz="2400"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77D505-2E52-721E-A9C6-EC582FF5F099}"/>
              </a:ext>
            </a:extLst>
          </p:cNvPr>
          <p:cNvSpPr>
            <a:spLocks noGrp="1"/>
          </p:cNvSpPr>
          <p:nvPr>
            <p:ph type="title"/>
          </p:nvPr>
        </p:nvSpPr>
        <p:spPr>
          <a:xfrm>
            <a:off x="296863" y="376238"/>
            <a:ext cx="6931025" cy="357187"/>
          </a:xfrm>
        </p:spPr>
        <p:txBody>
          <a:bodyPr>
            <a:normAutofit fontScale="90000"/>
          </a:bodyPr>
          <a:lstStyle/>
          <a:p>
            <a:pPr>
              <a:defRPr/>
            </a:pPr>
            <a:r>
              <a:rPr altLang="en-US" sz="3600" dirty="0">
                <a:effectLst>
                  <a:outerShdw blurRad="38100" dist="38100" dir="2700000" algn="tl">
                    <a:srgbClr val="000000"/>
                  </a:outerShdw>
                </a:effectLst>
              </a:rPr>
              <a:t>RESULTS</a:t>
            </a:r>
            <a:br>
              <a:rPr lang="en-IN" altLang="en-US" sz="2400" dirty="0">
                <a:effectLst>
                  <a:outerShdw blurRad="38100" dist="38100" dir="2700000" algn="tl">
                    <a:srgbClr val="000000"/>
                  </a:outerShdw>
                </a:effectLst>
              </a:rPr>
            </a:br>
            <a:endParaRPr lang="en-IN" dirty="0"/>
          </a:p>
        </p:txBody>
      </p:sp>
      <p:pic>
        <p:nvPicPr>
          <p:cNvPr id="37891" name="Content Placeholder 4">
            <a:extLst>
              <a:ext uri="{FF2B5EF4-FFF2-40B4-BE49-F238E27FC236}">
                <a16:creationId xmlns:a16="http://schemas.microsoft.com/office/drawing/2014/main" id="{71763944-CD33-43C9-73E2-E2C7AB57FD75}"/>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96863" y="969963"/>
            <a:ext cx="5930317" cy="2459037"/>
          </a:xfrm>
        </p:spPr>
      </p:pic>
      <p:pic>
        <p:nvPicPr>
          <p:cNvPr id="2" name="Content Placeholder 4">
            <a:extLst>
              <a:ext uri="{FF2B5EF4-FFF2-40B4-BE49-F238E27FC236}">
                <a16:creationId xmlns:a16="http://schemas.microsoft.com/office/drawing/2014/main" id="{06FFF977-B92E-01F0-8F87-1C9A256C819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4775" y="3850815"/>
            <a:ext cx="6092362" cy="263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7C9C6D-D1CD-4161-1F8C-92A4E572531E}"/>
              </a:ext>
            </a:extLst>
          </p:cNvPr>
          <p:cNvSpPr>
            <a:spLocks noGrp="1"/>
          </p:cNvSpPr>
          <p:nvPr>
            <p:ph type="title"/>
          </p:nvPr>
        </p:nvSpPr>
        <p:spPr>
          <a:xfrm>
            <a:off x="320675" y="254000"/>
            <a:ext cx="6907213" cy="479425"/>
          </a:xfrm>
        </p:spPr>
        <p:txBody>
          <a:bodyPr>
            <a:noAutofit/>
          </a:bodyPr>
          <a:lstStyle/>
          <a:p>
            <a:pPr>
              <a:defRPr/>
            </a:pPr>
            <a:r>
              <a:rPr altLang="en-US" sz="3200" dirty="0">
                <a:effectLst>
                  <a:outerShdw blurRad="38100" dist="38100" dir="2700000" algn="tl">
                    <a:srgbClr val="000000"/>
                  </a:outerShdw>
                </a:effectLst>
              </a:rPr>
              <a:t>RESULTS</a:t>
            </a:r>
            <a:endParaRPr lang="en-IN" sz="3200" dirty="0"/>
          </a:p>
        </p:txBody>
      </p:sp>
      <p:pic>
        <p:nvPicPr>
          <p:cNvPr id="3" name="Picture 2">
            <a:extLst>
              <a:ext uri="{FF2B5EF4-FFF2-40B4-BE49-F238E27FC236}">
                <a16:creationId xmlns:a16="http://schemas.microsoft.com/office/drawing/2014/main" id="{FF54195A-CFE8-E06A-C01A-8DC41FD22023}"/>
              </a:ext>
            </a:extLst>
          </p:cNvPr>
          <p:cNvPicPr>
            <a:picLocks noChangeAspect="1"/>
          </p:cNvPicPr>
          <p:nvPr/>
        </p:nvPicPr>
        <p:blipFill>
          <a:blip r:embed="rId2"/>
          <a:stretch>
            <a:fillRect/>
          </a:stretch>
        </p:blipFill>
        <p:spPr>
          <a:xfrm>
            <a:off x="474563" y="1018572"/>
            <a:ext cx="5926238" cy="2539967"/>
          </a:xfrm>
          <a:prstGeom prst="rect">
            <a:avLst/>
          </a:prstGeom>
        </p:spPr>
      </p:pic>
      <p:pic>
        <p:nvPicPr>
          <p:cNvPr id="5" name="Picture 2">
            <a:extLst>
              <a:ext uri="{FF2B5EF4-FFF2-40B4-BE49-F238E27FC236}">
                <a16:creationId xmlns:a16="http://schemas.microsoft.com/office/drawing/2014/main" id="{017DF4A2-3DBB-3ACD-8911-871D2A6CD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354" r="6354"/>
          <a:stretch>
            <a:fillRect/>
          </a:stretch>
        </p:blipFill>
        <p:spPr bwMode="auto">
          <a:xfrm>
            <a:off x="2627452" y="3974495"/>
            <a:ext cx="5717895" cy="241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6A7953C6-ECC4-A06F-2936-4F49FC69F9E1}"/>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RESULTS</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39939" name="Content Placeholder 2">
            <a:extLst>
              <a:ext uri="{FF2B5EF4-FFF2-40B4-BE49-F238E27FC236}">
                <a16:creationId xmlns:a16="http://schemas.microsoft.com/office/drawing/2014/main" id="{85593047-F717-3096-6B0C-FE4444FB3272}"/>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39940" name="Content Placeholder 2">
            <a:extLst>
              <a:ext uri="{FF2B5EF4-FFF2-40B4-BE49-F238E27FC236}">
                <a16:creationId xmlns:a16="http://schemas.microsoft.com/office/drawing/2014/main" id="{4718733E-8227-416F-2035-E9AC12119AE2}"/>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39941" name="TextBox 18">
            <a:extLst>
              <a:ext uri="{FF2B5EF4-FFF2-40B4-BE49-F238E27FC236}">
                <a16:creationId xmlns:a16="http://schemas.microsoft.com/office/drawing/2014/main" id="{F2255307-F62E-2466-B761-7F5ED11A9C9A}"/>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C28AD54B-CECA-F50E-EDC6-0A245AD00E04}"/>
              </a:ext>
            </a:extLst>
          </p:cNvPr>
          <p:cNvSpPr txBox="1"/>
          <p:nvPr/>
        </p:nvSpPr>
        <p:spPr>
          <a:xfrm>
            <a:off x="320675" y="1190625"/>
            <a:ext cx="8823325" cy="4529138"/>
          </a:xfrm>
          <a:prstGeom prst="rect">
            <a:avLst/>
          </a:prstGeom>
        </p:spPr>
        <p:txBody>
          <a:bodyPr/>
          <a:lstStyle/>
          <a:p>
            <a:pPr>
              <a:lnSpc>
                <a:spcPts val="1800"/>
              </a:lnSpc>
              <a:spcAft>
                <a:spcPts val="600"/>
              </a:spcAft>
              <a:defRPr/>
            </a:pPr>
            <a:endParaRPr lang="en-IN" sz="1200" b="1" dirty="0">
              <a:latin typeface="+mn-lt"/>
              <a:cs typeface="Segoe UI" panose="020B0502040204020203" pitchFamily="34" charset="0"/>
            </a:endParaRPr>
          </a:p>
        </p:txBody>
      </p:sp>
      <p:pic>
        <p:nvPicPr>
          <p:cNvPr id="2" name="Picture 1">
            <a:extLst>
              <a:ext uri="{FF2B5EF4-FFF2-40B4-BE49-F238E27FC236}">
                <a16:creationId xmlns:a16="http://schemas.microsoft.com/office/drawing/2014/main" id="{C0A9F68E-F7D9-9FF2-CA1C-F1E7D0B89992}"/>
              </a:ext>
            </a:extLst>
          </p:cNvPr>
          <p:cNvPicPr>
            <a:picLocks noChangeAspect="1"/>
          </p:cNvPicPr>
          <p:nvPr/>
        </p:nvPicPr>
        <p:blipFill>
          <a:blip r:embed="rId2"/>
          <a:stretch>
            <a:fillRect/>
          </a:stretch>
        </p:blipFill>
        <p:spPr>
          <a:xfrm>
            <a:off x="542925" y="900113"/>
            <a:ext cx="6506057" cy="2417764"/>
          </a:xfrm>
          <a:prstGeom prst="rect">
            <a:avLst/>
          </a:prstGeom>
        </p:spPr>
      </p:pic>
      <p:pic>
        <p:nvPicPr>
          <p:cNvPr id="3" name="Picture 2">
            <a:extLst>
              <a:ext uri="{FF2B5EF4-FFF2-40B4-BE49-F238E27FC236}">
                <a16:creationId xmlns:a16="http://schemas.microsoft.com/office/drawing/2014/main" id="{4FCDDC81-7CB6-F2D2-9864-5F9E94D63FA8}"/>
              </a:ext>
            </a:extLst>
          </p:cNvPr>
          <p:cNvPicPr>
            <a:picLocks noChangeAspect="1"/>
          </p:cNvPicPr>
          <p:nvPr/>
        </p:nvPicPr>
        <p:blipFill>
          <a:blip r:embed="rId3"/>
          <a:stretch>
            <a:fillRect/>
          </a:stretch>
        </p:blipFill>
        <p:spPr>
          <a:xfrm>
            <a:off x="2031999" y="3540123"/>
            <a:ext cx="6569075" cy="282595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A2F6A5-6BE9-5E60-4FC1-52689D59FE48}"/>
              </a:ext>
            </a:extLst>
          </p:cNvPr>
          <p:cNvSpPr>
            <a:spLocks noGrp="1"/>
          </p:cNvSpPr>
          <p:nvPr>
            <p:ph type="title"/>
          </p:nvPr>
        </p:nvSpPr>
        <p:spPr>
          <a:xfrm>
            <a:off x="385011" y="253514"/>
            <a:ext cx="6842885" cy="479910"/>
          </a:xfrm>
        </p:spPr>
        <p:txBody>
          <a:bodyPr>
            <a:noAutofit/>
          </a:bodyPr>
          <a:lstStyle/>
          <a:p>
            <a:r>
              <a:rPr lang="en-IN" sz="3200" dirty="0">
                <a:effectLst>
                  <a:outerShdw blurRad="38100" dist="38100" dir="2700000" algn="tl">
                    <a:srgbClr val="000000">
                      <a:alpha val="43137"/>
                    </a:srgbClr>
                  </a:outerShdw>
                </a:effectLst>
              </a:rPr>
              <a:t>Results</a:t>
            </a:r>
          </a:p>
        </p:txBody>
      </p:sp>
      <p:pic>
        <p:nvPicPr>
          <p:cNvPr id="5" name="Picture 4">
            <a:extLst>
              <a:ext uri="{FF2B5EF4-FFF2-40B4-BE49-F238E27FC236}">
                <a16:creationId xmlns:a16="http://schemas.microsoft.com/office/drawing/2014/main" id="{A12A5ED0-81E6-65C5-2FF5-EDC6145D0AFB}"/>
              </a:ext>
            </a:extLst>
          </p:cNvPr>
          <p:cNvPicPr>
            <a:picLocks noChangeAspect="1"/>
          </p:cNvPicPr>
          <p:nvPr/>
        </p:nvPicPr>
        <p:blipFill>
          <a:blip r:embed="rId2"/>
          <a:stretch>
            <a:fillRect/>
          </a:stretch>
        </p:blipFill>
        <p:spPr>
          <a:xfrm>
            <a:off x="949125" y="1006997"/>
            <a:ext cx="5683170" cy="2422003"/>
          </a:xfrm>
          <a:prstGeom prst="rect">
            <a:avLst/>
          </a:prstGeom>
        </p:spPr>
      </p:pic>
      <p:pic>
        <p:nvPicPr>
          <p:cNvPr id="6" name="Picture 5">
            <a:extLst>
              <a:ext uri="{FF2B5EF4-FFF2-40B4-BE49-F238E27FC236}">
                <a16:creationId xmlns:a16="http://schemas.microsoft.com/office/drawing/2014/main" id="{4860113C-E9C0-5616-A430-A75345641728}"/>
              </a:ext>
            </a:extLst>
          </p:cNvPr>
          <p:cNvPicPr>
            <a:picLocks noChangeAspect="1"/>
          </p:cNvPicPr>
          <p:nvPr/>
        </p:nvPicPr>
        <p:blipFill>
          <a:blip r:embed="rId3"/>
          <a:stretch>
            <a:fillRect/>
          </a:stretch>
        </p:blipFill>
        <p:spPr>
          <a:xfrm>
            <a:off x="2569580" y="3298785"/>
            <a:ext cx="5787341" cy="3032567"/>
          </a:xfrm>
          <a:prstGeom prst="rect">
            <a:avLst/>
          </a:prstGeom>
        </p:spPr>
      </p:pic>
    </p:spTree>
    <p:extLst>
      <p:ext uri="{BB962C8B-B14F-4D97-AF65-F5344CB8AC3E}">
        <p14:creationId xmlns:p14="http://schemas.microsoft.com/office/powerpoint/2010/main" val="1601157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9191011-5F2E-AD70-71CD-ED025B686380}"/>
              </a:ext>
            </a:extLst>
          </p:cNvPr>
          <p:cNvSpPr txBox="1">
            <a:spLocks noChangeArrowheads="1"/>
          </p:cNvSpPr>
          <p:nvPr/>
        </p:nvSpPr>
        <p:spPr>
          <a:xfrm>
            <a:off x="222250" y="222250"/>
            <a:ext cx="7008813" cy="509588"/>
          </a:xfrm>
          <a:prstGeom prst="rect">
            <a:avLst/>
          </a:prstGeom>
          <a:noFill/>
          <a:effectLst/>
        </p:spPr>
        <p:txBody>
          <a:bodyPr anchor="ctr"/>
          <a:lstStyle/>
          <a:p>
            <a:pPr defTabSz="685800" fontAlgn="auto">
              <a:lnSpc>
                <a:spcPct val="90000"/>
              </a:lnSpc>
              <a:spcAft>
                <a:spcPts val="0"/>
              </a:spcAft>
              <a:defRPr/>
            </a:pPr>
            <a:r>
              <a:rPr lang="en-US" altLang="en-US" sz="3200" b="1" dirty="0">
                <a:solidFill>
                  <a:srgbClr val="C00000"/>
                </a:solidFill>
                <a:effectLst>
                  <a:outerShdw blurRad="38100" dist="38100" dir="2700000" algn="tl">
                    <a:srgbClr val="000000"/>
                  </a:outerShdw>
                </a:effectLst>
                <a:latin typeface="+mj-lt"/>
                <a:ea typeface="+mj-ea"/>
                <a:cs typeface="+mj-cs"/>
              </a:rPr>
              <a:t>FUTURE ENHANCEMENTS </a:t>
            </a:r>
            <a:endParaRPr lang="en-IN" altLang="en-US" sz="3200" b="1" dirty="0">
              <a:solidFill>
                <a:srgbClr val="C00000"/>
              </a:solidFill>
              <a:effectLst>
                <a:outerShdw blurRad="38100" dist="38100" dir="2700000" algn="tl">
                  <a:srgbClr val="000000"/>
                </a:outerShdw>
              </a:effectLst>
              <a:latin typeface="+mj-lt"/>
              <a:ea typeface="+mj-ea"/>
              <a:cs typeface="+mj-cs"/>
            </a:endParaRPr>
          </a:p>
        </p:txBody>
      </p:sp>
      <p:sp>
        <p:nvSpPr>
          <p:cNvPr id="40963" name="Content Placeholder 2">
            <a:extLst>
              <a:ext uri="{FF2B5EF4-FFF2-40B4-BE49-F238E27FC236}">
                <a16:creationId xmlns:a16="http://schemas.microsoft.com/office/drawing/2014/main" id="{024E6608-F934-0ED1-25F7-F96C6A2DF28E}"/>
              </a:ext>
            </a:extLst>
          </p:cNvPr>
          <p:cNvSpPr>
            <a:spLocks noGrp="1" noChangeArrowheads="1"/>
          </p:cNvSpPr>
          <p:nvPr/>
        </p:nvSpPr>
        <p:spPr bwMode="auto">
          <a:xfrm>
            <a:off x="457200" y="3724275"/>
            <a:ext cx="47625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eaLnBrk="1" hangingPunct="1">
              <a:lnSpc>
                <a:spcPct val="100000"/>
              </a:lnSpc>
              <a:spcBef>
                <a:spcPct val="20000"/>
              </a:spcBef>
              <a:buFont typeface="Arial" panose="020B0604020202020204" pitchFamily="34" charset="0"/>
              <a:buNone/>
            </a:pPr>
            <a:endParaRPr lang="en-US" altLang="en-US" sz="2400">
              <a:cs typeface="Arial" panose="020B0604020202020204" pitchFamily="34" charset="0"/>
            </a:endParaRPr>
          </a:p>
          <a:p>
            <a:pPr eaLnBrk="1" hangingPunct="1">
              <a:lnSpc>
                <a:spcPct val="100000"/>
              </a:lnSpc>
              <a:spcBef>
                <a:spcPct val="20000"/>
              </a:spcBef>
            </a:pPr>
            <a:endParaRPr lang="en-US" altLang="en-US" sz="2400">
              <a:cs typeface="Arial" panose="020B0604020202020204" pitchFamily="34" charset="0"/>
            </a:endParaRPr>
          </a:p>
        </p:txBody>
      </p:sp>
      <p:sp>
        <p:nvSpPr>
          <p:cNvPr id="40964" name="TextBox 6">
            <a:extLst>
              <a:ext uri="{FF2B5EF4-FFF2-40B4-BE49-F238E27FC236}">
                <a16:creationId xmlns:a16="http://schemas.microsoft.com/office/drawing/2014/main" id="{FA165EB7-B540-EF51-568D-F9036041C06E}"/>
              </a:ext>
            </a:extLst>
          </p:cNvPr>
          <p:cNvSpPr txBox="1">
            <a:spLocks noChangeArrowheads="1"/>
          </p:cNvSpPr>
          <p:nvPr/>
        </p:nvSpPr>
        <p:spPr bwMode="auto">
          <a:xfrm>
            <a:off x="131763" y="1143000"/>
            <a:ext cx="8537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lgn="just">
              <a:lnSpc>
                <a:spcPct val="100000"/>
              </a:lnSpc>
              <a:spcBef>
                <a:spcPct val="0"/>
              </a:spcBef>
              <a:buFontTx/>
              <a:buNone/>
            </a:pPr>
            <a:endParaRPr lang="en-US" altLang="en-US" sz="1800">
              <a:solidFill>
                <a:srgbClr val="000000"/>
              </a:solidFill>
              <a:latin typeface="Times New Roman" panose="02020603050405020304" pitchFamily="18" charset="0"/>
              <a:cs typeface="Arial" panose="020B0604020202020204" pitchFamily="34" charset="0"/>
            </a:endParaRPr>
          </a:p>
          <a:p>
            <a:pPr>
              <a:lnSpc>
                <a:spcPct val="100000"/>
              </a:lnSpc>
              <a:spcBef>
                <a:spcPct val="0"/>
              </a:spcBef>
              <a:buFontTx/>
              <a:buNone/>
            </a:pPr>
            <a:endParaRPr lang="en-US" altLang="en-US" sz="1800">
              <a:cs typeface="Arial" panose="020B0604020202020204" pitchFamily="34" charset="0"/>
            </a:endParaRPr>
          </a:p>
        </p:txBody>
      </p:sp>
      <p:sp>
        <p:nvSpPr>
          <p:cNvPr id="40965" name="Rectangle 7">
            <a:extLst>
              <a:ext uri="{FF2B5EF4-FFF2-40B4-BE49-F238E27FC236}">
                <a16:creationId xmlns:a16="http://schemas.microsoft.com/office/drawing/2014/main" id="{ACDF00EB-26A1-AF9C-0D20-A218A0C5B3CE}"/>
              </a:ext>
            </a:extLst>
          </p:cNvPr>
          <p:cNvSpPr>
            <a:spLocks noChangeArrowheads="1"/>
          </p:cNvSpPr>
          <p:nvPr/>
        </p:nvSpPr>
        <p:spPr bwMode="auto">
          <a:xfrm>
            <a:off x="290513" y="958850"/>
            <a:ext cx="8510587"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ts val="750"/>
              </a:spcBef>
              <a:buFont typeface="Arial" panose="020B0604020202020204" pitchFamily="34" charset="0"/>
              <a:buChar char="•"/>
              <a:defRPr sz="3200">
                <a:solidFill>
                  <a:schemeClr val="tx1"/>
                </a:solidFill>
                <a:latin typeface="Calibri" panose="020F0502020204030204" pitchFamily="34" charset="0"/>
              </a:defRPr>
            </a:lvl1pPr>
            <a:lvl2pPr marL="742950" indent="-285750">
              <a:lnSpc>
                <a:spcPct val="120000"/>
              </a:lnSpc>
              <a:spcBef>
                <a:spcPts val="375"/>
              </a:spcBef>
              <a:buFont typeface="Arial" panose="020B0604020202020204" pitchFamily="34" charset="0"/>
              <a:buChar char="•"/>
              <a:defRPr sz="1400">
                <a:solidFill>
                  <a:schemeClr val="tx1"/>
                </a:solidFill>
                <a:latin typeface="Calibri" panose="020F0502020204030204" pitchFamily="34" charset="0"/>
              </a:defRPr>
            </a:lvl2pPr>
            <a:lvl3pPr marL="1143000" indent="-228600">
              <a:lnSpc>
                <a:spcPct val="120000"/>
              </a:lnSpc>
              <a:spcBef>
                <a:spcPts val="375"/>
              </a:spcBef>
              <a:buFont typeface="Arial" panose="020B0604020202020204" pitchFamily="34" charset="0"/>
              <a:buChar char="•"/>
              <a:defRPr sz="1200">
                <a:solidFill>
                  <a:schemeClr val="tx1"/>
                </a:solidFill>
                <a:latin typeface="Calibri" panose="020F0502020204030204" pitchFamily="34" charset="0"/>
              </a:defRPr>
            </a:lvl3pPr>
            <a:lvl4pPr marL="1600200" indent="-228600">
              <a:lnSpc>
                <a:spcPct val="120000"/>
              </a:lnSpc>
              <a:spcBef>
                <a:spcPts val="375"/>
              </a:spcBef>
              <a:buFont typeface="Arial" panose="020B0604020202020204" pitchFamily="34" charset="0"/>
              <a:buChar char="•"/>
              <a:defRPr sz="1100">
                <a:solidFill>
                  <a:schemeClr val="tx1"/>
                </a:solidFill>
                <a:latin typeface="Calibri" panose="020F0502020204030204" pitchFamily="34" charset="0"/>
              </a:defRPr>
            </a:lvl4pPr>
            <a:lvl5pPr marL="2057400" indent="-228600">
              <a:lnSpc>
                <a:spcPct val="120000"/>
              </a:lnSpc>
              <a:spcBef>
                <a:spcPts val="375"/>
              </a:spcBef>
              <a:buFont typeface="Arial" panose="020B0604020202020204" pitchFamily="34" charset="0"/>
              <a:buChar char="•"/>
              <a:defRPr sz="1000">
                <a:solidFill>
                  <a:schemeClr val="tx1"/>
                </a:solidFill>
                <a:latin typeface="Calibri" panose="020F0502020204030204" pitchFamily="34" charset="0"/>
              </a:defRPr>
            </a:lvl5pPr>
            <a:lvl6pPr marL="25146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6pPr>
            <a:lvl7pPr marL="29718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7pPr>
            <a:lvl8pPr marL="34290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8pPr>
            <a:lvl9pPr marL="3886200" indent="-228600" eaLnBrk="0" fontAlgn="base" hangingPunct="0">
              <a:lnSpc>
                <a:spcPct val="120000"/>
              </a:lnSpc>
              <a:spcBef>
                <a:spcPts val="375"/>
              </a:spcBef>
              <a:spcAft>
                <a:spcPct val="0"/>
              </a:spcAft>
              <a:buFont typeface="Arial" panose="020B0604020202020204" pitchFamily="34" charset="0"/>
              <a:buChar char="•"/>
              <a:defRPr sz="1000">
                <a:solidFill>
                  <a:schemeClr val="tx1"/>
                </a:solidFill>
                <a:latin typeface="Calibri" panose="020F0502020204030204" pitchFamily="34" charset="0"/>
              </a:defRPr>
            </a:lvl9pPr>
          </a:lstStyle>
          <a:p>
            <a:pPr algn="just">
              <a:lnSpc>
                <a:spcPct val="100000"/>
              </a:lnSpc>
              <a:spcBef>
                <a:spcPct val="0"/>
              </a:spcBef>
              <a:buSzPct val="105000"/>
              <a:buFontTx/>
              <a:buNone/>
            </a:pPr>
            <a:endParaRPr lang="en-US" altLang="en-US" sz="2000">
              <a:solidFill>
                <a:srgbClr val="000000"/>
              </a:solidFill>
              <a:latin typeface="Times New Roman" panose="02020603050405020304" pitchFamily="18" charset="0"/>
              <a:cs typeface="Arial" panose="020B0604020202020204" pitchFamily="34" charset="0"/>
            </a:endParaRPr>
          </a:p>
          <a:p>
            <a:pPr algn="just">
              <a:lnSpc>
                <a:spcPct val="100000"/>
              </a:lnSpc>
              <a:spcBef>
                <a:spcPct val="0"/>
              </a:spcBef>
              <a:buSzPct val="105000"/>
            </a:pPr>
            <a:r>
              <a:rPr lang="en-US" altLang="en-US" sz="1900">
                <a:solidFill>
                  <a:srgbClr val="000000"/>
                </a:solidFill>
                <a:latin typeface="Times New Roman" panose="02020603050405020304" pitchFamily="18" charset="0"/>
                <a:cs typeface="Arial" panose="020B0604020202020204" pitchFamily="34" charset="0"/>
              </a:rPr>
              <a:t> </a:t>
            </a:r>
            <a:r>
              <a:rPr lang="en-US" altLang="en-US" sz="1900" b="1">
                <a:solidFill>
                  <a:srgbClr val="000000"/>
                </a:solidFill>
                <a:latin typeface="Times New Roman" panose="02020603050405020304" pitchFamily="18" charset="0"/>
                <a:cs typeface="Times New Roman" panose="02020603050405020304" pitchFamily="18" charset="0"/>
              </a:rPr>
              <a:t>Integration with </a:t>
            </a:r>
            <a:r>
              <a:rPr lang="en-IN" altLang="en-US" sz="1900" b="1">
                <a:latin typeface="Times New Roman" panose="02020603050405020304" pitchFamily="18" charset="0"/>
                <a:cs typeface="Times New Roman" panose="02020603050405020304" pitchFamily="18" charset="0"/>
              </a:rPr>
              <a:t>Deep Learning</a:t>
            </a:r>
            <a:r>
              <a:rPr lang="en-US" altLang="en-US" sz="1900" b="1">
                <a:solidFill>
                  <a:srgbClr val="000000"/>
                </a:solidFill>
                <a:latin typeface="Times New Roman" panose="02020603050405020304" pitchFamily="18" charset="0"/>
                <a:cs typeface="Times New Roman" panose="02020603050405020304" pitchFamily="18" charset="0"/>
              </a:rPr>
              <a:t>:</a:t>
            </a:r>
            <a:r>
              <a:rPr lang="en-US" altLang="en-US" sz="1900">
                <a:latin typeface="Times New Roman" panose="02020603050405020304" pitchFamily="18" charset="0"/>
                <a:cs typeface="Times New Roman" panose="02020603050405020304" pitchFamily="18" charset="0"/>
              </a:rPr>
              <a:t>Use deep learning models to improve ransomware detection accuracy and identify complex attack patterns.</a:t>
            </a:r>
            <a:endParaRPr lang="en-US" altLang="en-US" sz="1900">
              <a:solidFill>
                <a:srgbClr val="000000"/>
              </a:solidFill>
              <a:latin typeface="Times New Roman" panose="02020603050405020304" pitchFamily="18" charset="0"/>
              <a:cs typeface="Times New Roman" panose="02020603050405020304" pitchFamily="18" charset="0"/>
            </a:endParaRPr>
          </a:p>
          <a:p>
            <a:pPr algn="just">
              <a:lnSpc>
                <a:spcPct val="100000"/>
              </a:lnSpc>
              <a:spcBef>
                <a:spcPct val="0"/>
              </a:spcBef>
              <a:buSzPct val="105000"/>
              <a:buFont typeface="Arial" panose="020B0604020202020204" pitchFamily="34" charset="0"/>
              <a:buNone/>
            </a:pPr>
            <a:r>
              <a:rPr lang="en-US" altLang="en-US" sz="1900" b="1">
                <a:solidFill>
                  <a:srgbClr val="000000"/>
                </a:solidFill>
                <a:latin typeface="Times New Roman" panose="02020603050405020304" pitchFamily="18" charset="0"/>
                <a:cs typeface="Times New Roman" panose="02020603050405020304" pitchFamily="18" charset="0"/>
              </a:rPr>
              <a:t> </a:t>
            </a:r>
          </a:p>
          <a:p>
            <a:pPr algn="just">
              <a:lnSpc>
                <a:spcPct val="100000"/>
              </a:lnSpc>
              <a:spcBef>
                <a:spcPct val="0"/>
              </a:spcBef>
              <a:buSzPct val="105000"/>
            </a:pPr>
            <a:r>
              <a:rPr lang="en-IN" altLang="en-US" sz="1900" b="1">
                <a:latin typeface="Times New Roman" panose="02020603050405020304" pitchFamily="18" charset="0"/>
                <a:cs typeface="Times New Roman" panose="02020603050405020304" pitchFamily="18" charset="0"/>
              </a:rPr>
              <a:t> Cloud-Based Monitoring</a:t>
            </a:r>
            <a:r>
              <a:rPr lang="en-US" altLang="en-US" sz="1900" b="1">
                <a:solidFill>
                  <a:srgbClr val="000000"/>
                </a:solidFill>
                <a:latin typeface="Times New Roman" panose="02020603050405020304" pitchFamily="18" charset="0"/>
                <a:cs typeface="Times New Roman" panose="02020603050405020304" pitchFamily="18" charset="0"/>
              </a:rPr>
              <a:t>: </a:t>
            </a:r>
            <a:r>
              <a:rPr lang="en-US" altLang="en-US" sz="1900">
                <a:latin typeface="Times New Roman" panose="02020603050405020304" pitchFamily="18" charset="0"/>
                <a:cs typeface="Times New Roman" panose="02020603050405020304" pitchFamily="18" charset="0"/>
              </a:rPr>
              <a:t>Deploy the system on cloud platforms to monitor large-scale networks and distributed environments.</a:t>
            </a:r>
            <a:r>
              <a:rPr lang="en-US" altLang="en-US" sz="1900">
                <a:solidFill>
                  <a:srgbClr val="000000"/>
                </a:solidFill>
                <a:latin typeface="Times New Roman" panose="02020603050405020304" pitchFamily="18" charset="0"/>
                <a:cs typeface="Times New Roman" panose="02020603050405020304" pitchFamily="18" charset="0"/>
              </a:rPr>
              <a:t>.</a:t>
            </a:r>
          </a:p>
          <a:p>
            <a:pPr algn="just">
              <a:lnSpc>
                <a:spcPct val="100000"/>
              </a:lnSpc>
              <a:spcBef>
                <a:spcPct val="0"/>
              </a:spcBef>
              <a:buSzPct val="105000"/>
            </a:pPr>
            <a:endParaRPr lang="en-US" altLang="en-US" sz="1900">
              <a:solidFill>
                <a:srgbClr val="000000"/>
              </a:solidFill>
              <a:latin typeface="Times New Roman" panose="02020603050405020304" pitchFamily="18" charset="0"/>
              <a:cs typeface="Times New Roman" panose="02020603050405020304" pitchFamily="18" charset="0"/>
            </a:endParaRPr>
          </a:p>
          <a:p>
            <a:pPr algn="just">
              <a:lnSpc>
                <a:spcPct val="100000"/>
              </a:lnSpc>
              <a:spcBef>
                <a:spcPct val="0"/>
              </a:spcBef>
              <a:buSzPct val="105000"/>
            </a:pPr>
            <a:r>
              <a:rPr lang="en-US" altLang="en-US" sz="1900">
                <a:solidFill>
                  <a:srgbClr val="000000"/>
                </a:solidFill>
                <a:latin typeface="Times New Roman" panose="02020603050405020304" pitchFamily="18" charset="0"/>
                <a:cs typeface="Times New Roman" panose="02020603050405020304" pitchFamily="18" charset="0"/>
              </a:rPr>
              <a:t> </a:t>
            </a:r>
            <a:r>
              <a:rPr lang="en-IN" altLang="en-US" sz="1900" b="1">
                <a:latin typeface="Times New Roman" panose="02020603050405020304" pitchFamily="18" charset="0"/>
                <a:cs typeface="Times New Roman" panose="02020603050405020304" pitchFamily="18" charset="0"/>
              </a:rPr>
              <a:t>Threat Intelligence Integration</a:t>
            </a:r>
            <a:r>
              <a:rPr lang="en-US" altLang="en-US" sz="1900" b="1">
                <a:solidFill>
                  <a:srgbClr val="000000"/>
                </a:solidFill>
                <a:latin typeface="Times New Roman" panose="02020603050405020304" pitchFamily="18" charset="0"/>
                <a:cs typeface="Times New Roman" panose="02020603050405020304" pitchFamily="18" charset="0"/>
              </a:rPr>
              <a:t>: </a:t>
            </a:r>
            <a:r>
              <a:rPr lang="en-US" altLang="en-US" sz="1900">
                <a:latin typeface="Times New Roman" panose="02020603050405020304" pitchFamily="18" charset="0"/>
                <a:cs typeface="Times New Roman" panose="02020603050405020304" pitchFamily="18" charset="0"/>
              </a:rPr>
              <a:t>Connect with external threat intelligence feeds to detect new ransomware variants quickly.</a:t>
            </a:r>
          </a:p>
          <a:p>
            <a:pPr algn="just">
              <a:lnSpc>
                <a:spcPct val="100000"/>
              </a:lnSpc>
              <a:spcBef>
                <a:spcPct val="0"/>
              </a:spcBef>
              <a:buSzPct val="105000"/>
            </a:pPr>
            <a:endParaRPr lang="en-US" altLang="en-US" sz="1900">
              <a:solidFill>
                <a:srgbClr val="000000"/>
              </a:solidFill>
              <a:latin typeface="Times New Roman" panose="02020603050405020304" pitchFamily="18" charset="0"/>
              <a:cs typeface="Times New Roman" panose="02020603050405020304" pitchFamily="18" charset="0"/>
            </a:endParaRPr>
          </a:p>
          <a:p>
            <a:pPr algn="just">
              <a:lnSpc>
                <a:spcPct val="100000"/>
              </a:lnSpc>
              <a:spcBef>
                <a:spcPct val="0"/>
              </a:spcBef>
              <a:buSzPct val="105000"/>
            </a:pPr>
            <a:r>
              <a:rPr lang="en-US" altLang="en-US" sz="1900" b="1">
                <a:solidFill>
                  <a:srgbClr val="000000"/>
                </a:solidFill>
                <a:latin typeface="Times New Roman" panose="02020603050405020304" pitchFamily="18" charset="0"/>
                <a:cs typeface="Times New Roman" panose="02020603050405020304" pitchFamily="18" charset="0"/>
              </a:rPr>
              <a:t>  </a:t>
            </a:r>
            <a:r>
              <a:rPr lang="en-IN" altLang="en-US" sz="1900" b="1">
                <a:latin typeface="Times New Roman" panose="02020603050405020304" pitchFamily="18" charset="0"/>
                <a:cs typeface="Times New Roman" panose="02020603050405020304" pitchFamily="18" charset="0"/>
              </a:rPr>
              <a:t>Automated System Isolation:</a:t>
            </a:r>
            <a:r>
              <a:rPr lang="en-US" altLang="en-US" sz="1900" b="1">
                <a:solidFill>
                  <a:srgbClr val="000000"/>
                </a:solidFill>
                <a:latin typeface="Times New Roman" panose="02020603050405020304" pitchFamily="18" charset="0"/>
                <a:cs typeface="Times New Roman" panose="02020603050405020304" pitchFamily="18" charset="0"/>
              </a:rPr>
              <a:t> </a:t>
            </a:r>
            <a:r>
              <a:rPr lang="en-US" altLang="en-US" sz="1900">
                <a:latin typeface="Times New Roman" panose="02020603050405020304" pitchFamily="18" charset="0"/>
                <a:cs typeface="Times New Roman" panose="02020603050405020304" pitchFamily="18" charset="0"/>
              </a:rPr>
              <a:t>Automatically isolate infected systems to prevent ransomware from spreading across the network.</a:t>
            </a:r>
          </a:p>
          <a:p>
            <a:pPr algn="just">
              <a:lnSpc>
                <a:spcPct val="100000"/>
              </a:lnSpc>
              <a:spcBef>
                <a:spcPct val="0"/>
              </a:spcBef>
              <a:buSzPct val="105000"/>
            </a:pPr>
            <a:endParaRPr lang="en-US" altLang="en-US" sz="1900" b="1">
              <a:latin typeface="Times New Roman" panose="02020603050405020304" pitchFamily="18" charset="0"/>
              <a:cs typeface="Times New Roman" panose="02020603050405020304" pitchFamily="18" charset="0"/>
            </a:endParaRPr>
          </a:p>
          <a:p>
            <a:pPr algn="just">
              <a:lnSpc>
                <a:spcPct val="100000"/>
              </a:lnSpc>
              <a:spcBef>
                <a:spcPct val="0"/>
              </a:spcBef>
              <a:buSzPct val="105000"/>
            </a:pPr>
            <a:r>
              <a:rPr lang="en-US" altLang="en-US" sz="1900" b="1">
                <a:latin typeface="Times New Roman" panose="02020603050405020304" pitchFamily="18" charset="0"/>
                <a:cs typeface="Times New Roman" panose="02020603050405020304" pitchFamily="18" charset="0"/>
              </a:rPr>
              <a:t> Continuous Model Updates: </a:t>
            </a:r>
            <a:r>
              <a:rPr lang="en-US" altLang="en-US" sz="1900">
                <a:latin typeface="Times New Roman" panose="02020603050405020304" pitchFamily="18" charset="0"/>
                <a:cs typeface="Times New Roman" panose="02020603050405020304" pitchFamily="18" charset="0"/>
              </a:rPr>
              <a:t>Regularly update models with new data to adapt to evolving ransomware threats.</a:t>
            </a:r>
          </a:p>
          <a:p>
            <a:pPr algn="just">
              <a:lnSpc>
                <a:spcPct val="100000"/>
              </a:lnSpc>
              <a:spcBef>
                <a:spcPct val="0"/>
              </a:spcBef>
              <a:buSzPct val="105000"/>
            </a:pPr>
            <a:endParaRPr lang="en-US" altLang="en-US" sz="1900">
              <a:solidFill>
                <a:srgbClr val="000000"/>
              </a:solidFill>
              <a:latin typeface="Times New Roman" panose="02020603050405020304" pitchFamily="18" charset="0"/>
              <a:cs typeface="Arial" panose="020B0604020202020204" pitchFamily="34" charset="0"/>
            </a:endParaRPr>
          </a:p>
          <a:p>
            <a:pPr algn="just">
              <a:lnSpc>
                <a:spcPct val="100000"/>
              </a:lnSpc>
              <a:spcBef>
                <a:spcPct val="0"/>
              </a:spcBef>
              <a:buSzPct val="105000"/>
              <a:buFont typeface="Arial" panose="020B0604020202020204" pitchFamily="34" charset="0"/>
              <a:buNone/>
            </a:pPr>
            <a:endParaRPr lang="en-US" altLang="en-US" sz="1900">
              <a:solidFill>
                <a:srgbClr val="000000"/>
              </a:solidFill>
              <a:latin typeface="Times New Roman" panose="02020603050405020304" pitchFamily="18"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5AF95B6B-45A8-D593-C4BF-1BFD5043826A}"/>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CONCLUSIONS</a:t>
            </a:r>
          </a:p>
        </p:txBody>
      </p:sp>
      <p:sp>
        <p:nvSpPr>
          <p:cNvPr id="41987" name="Content Placeholder 2">
            <a:extLst>
              <a:ext uri="{FF2B5EF4-FFF2-40B4-BE49-F238E27FC236}">
                <a16:creationId xmlns:a16="http://schemas.microsoft.com/office/drawing/2014/main" id="{CA4ADE87-7811-64C3-B35F-4AA3A01C5BA9}"/>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41988" name="Content Placeholder 2">
            <a:extLst>
              <a:ext uri="{FF2B5EF4-FFF2-40B4-BE49-F238E27FC236}">
                <a16:creationId xmlns:a16="http://schemas.microsoft.com/office/drawing/2014/main" id="{96037549-6256-64A5-329D-BD22E6771BED}"/>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41989" name="TextBox 18">
            <a:extLst>
              <a:ext uri="{FF2B5EF4-FFF2-40B4-BE49-F238E27FC236}">
                <a16:creationId xmlns:a16="http://schemas.microsoft.com/office/drawing/2014/main" id="{028AED83-59A8-F0F6-52DD-14F7B148C2C6}"/>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41990" name="TextBox 22">
            <a:extLst>
              <a:ext uri="{FF2B5EF4-FFF2-40B4-BE49-F238E27FC236}">
                <a16:creationId xmlns:a16="http://schemas.microsoft.com/office/drawing/2014/main" id="{19F5B27B-CE8D-BB0D-34FE-25FFEC228FE8}"/>
              </a:ext>
            </a:extLst>
          </p:cNvPr>
          <p:cNvSpPr txBox="1">
            <a:spLocks noChangeArrowheads="1"/>
          </p:cNvSpPr>
          <p:nvPr/>
        </p:nvSpPr>
        <p:spPr bwMode="auto">
          <a:xfrm>
            <a:off x="463550" y="1068388"/>
            <a:ext cx="8216900"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US" altLang="en-US" sz="2400"/>
              <a:t>Adaptive monitoring and machine learning significantly improve early-stage ransomware detection by analyzing system behavior and network traffic patterns. The proposed framework overcomes the limitations of traditional signature-based methods by identifying anomalies such as unusual file access, encryption activities, and abnormal data transfers. This approach enables faster detection, reduces false positives, and supports proactive responses to potential threats. By integrating intelligent models with real-time monitoring, the system enhances cybersecurity, helping organizations protect critical data and maintain secure, reliable digital infrastructures.</a:t>
            </a:r>
            <a:endParaRPr lang="en-IN" altLang="en-US" sz="2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9F1508E8-2F12-CD89-E98E-332D61FEE09A}"/>
              </a:ext>
            </a:extLst>
          </p:cNvPr>
          <p:cNvSpPr txBox="1">
            <a:spLocks noChangeArrowheads="1"/>
          </p:cNvSpPr>
          <p:nvPr/>
        </p:nvSpPr>
        <p:spPr>
          <a:xfrm>
            <a:off x="295275" y="155575"/>
            <a:ext cx="7008813" cy="509588"/>
          </a:xfrm>
          <a:prstGeom prst="rect">
            <a:avLst/>
          </a:prstGeom>
          <a:noFill/>
          <a:effectLst/>
        </p:spPr>
        <p:txBody>
          <a:bodyPr anchor="ctr"/>
          <a:lstStyle/>
          <a:p>
            <a:pPr defTabSz="685800" eaLnBrk="1" fontAlgn="auto" hangingPunct="1">
              <a:lnSpc>
                <a:spcPct val="90000"/>
              </a:lnSpc>
              <a:spcAft>
                <a:spcPts val="0"/>
              </a:spcAft>
              <a:defRPr/>
            </a:pPr>
            <a:r>
              <a:rPr lang="en-IN" altLang="en-US" sz="3200" b="1" dirty="0">
                <a:solidFill>
                  <a:srgbClr val="C00000"/>
                </a:solidFill>
                <a:effectLst>
                  <a:outerShdw blurRad="38100" dist="38100" dir="2700000" algn="tl">
                    <a:srgbClr val="000000"/>
                  </a:outerShdw>
                </a:effectLst>
                <a:latin typeface="+mj-lt"/>
                <a:ea typeface="+mj-ea"/>
                <a:cs typeface="+mj-cs"/>
              </a:rPr>
              <a:t>REFERENCES</a:t>
            </a:r>
          </a:p>
        </p:txBody>
      </p:sp>
      <p:sp>
        <p:nvSpPr>
          <p:cNvPr id="43011" name="Content Placeholder 2">
            <a:extLst>
              <a:ext uri="{FF2B5EF4-FFF2-40B4-BE49-F238E27FC236}">
                <a16:creationId xmlns:a16="http://schemas.microsoft.com/office/drawing/2014/main" id="{6F3D146F-C862-A833-B464-E22CB8D73DD9}"/>
              </a:ext>
            </a:extLst>
          </p:cNvPr>
          <p:cNvSpPr>
            <a:spLocks noGrp="1" noChangeArrowheads="1"/>
          </p:cNvSpPr>
          <p:nvPr>
            <p:ph sz="half" idx="1"/>
          </p:nvPr>
        </p:nvSpPr>
        <p:spPr>
          <a:xfrm>
            <a:off x="542925" y="3429000"/>
            <a:ext cx="6067425" cy="1455738"/>
          </a:xfrm>
        </p:spPr>
        <p:txBody>
          <a:bodyPr/>
          <a:lstStyle/>
          <a:p>
            <a:pPr eaLnBrk="1" hangingPunct="1">
              <a:buFont typeface="Segoe UI" panose="020B0502040204020203" pitchFamily="34" charset="0"/>
              <a:buNone/>
            </a:pPr>
            <a:endParaRPr lang="en-US" altLang="en-US" sz="2400">
              <a:latin typeface="Times New Roman" panose="02020603050405020304" pitchFamily="18" charset="0"/>
              <a:cs typeface="Times New Roman" panose="02020603050405020304" pitchFamily="18" charset="0"/>
            </a:endParaRPr>
          </a:p>
          <a:p>
            <a:pPr eaLnBrk="1" hangingPunct="1"/>
            <a:endParaRPr lang="en-US" altLang="en-US" sz="2400">
              <a:latin typeface="Times New Roman" panose="02020603050405020304" pitchFamily="18" charset="0"/>
              <a:cs typeface="Times New Roman" panose="02020603050405020304" pitchFamily="18" charset="0"/>
            </a:endParaRPr>
          </a:p>
        </p:txBody>
      </p:sp>
      <p:sp>
        <p:nvSpPr>
          <p:cNvPr id="43012" name="Content Placeholder 2">
            <a:extLst>
              <a:ext uri="{FF2B5EF4-FFF2-40B4-BE49-F238E27FC236}">
                <a16:creationId xmlns:a16="http://schemas.microsoft.com/office/drawing/2014/main" id="{197DE892-62B7-4878-FE1A-7101425AD2F9}"/>
              </a:ext>
            </a:extLst>
          </p:cNvPr>
          <p:cNvSpPr>
            <a:spLocks noGrp="1" noChangeArrowheads="1"/>
          </p:cNvSpPr>
          <p:nvPr/>
        </p:nvSpPr>
        <p:spPr bwMode="auto">
          <a:xfrm>
            <a:off x="542925" y="3608388"/>
            <a:ext cx="4762500" cy="240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20000"/>
              </a:spcBef>
              <a:buFont typeface="Arial" panose="020B0604020202020204" pitchFamily="34" charset="0"/>
              <a:buNone/>
            </a:pPr>
            <a:endParaRPr lang="en-US" altLang="en-US" sz="2400"/>
          </a:p>
          <a:p>
            <a:pPr eaLnBrk="1" hangingPunct="1">
              <a:spcBef>
                <a:spcPct val="20000"/>
              </a:spcBef>
              <a:buFont typeface="Arial" panose="020B0604020202020204" pitchFamily="34" charset="0"/>
              <a:buChar char="•"/>
            </a:pPr>
            <a:endParaRPr lang="en-US" altLang="en-US" sz="2400"/>
          </a:p>
        </p:txBody>
      </p:sp>
      <p:sp>
        <p:nvSpPr>
          <p:cNvPr id="43013" name="TextBox 18">
            <a:extLst>
              <a:ext uri="{FF2B5EF4-FFF2-40B4-BE49-F238E27FC236}">
                <a16:creationId xmlns:a16="http://schemas.microsoft.com/office/drawing/2014/main" id="{5F64E5E8-47CB-FFCB-3F5C-AE46BAB0EA30}"/>
              </a:ext>
            </a:extLst>
          </p:cNvPr>
          <p:cNvSpPr txBox="1">
            <a:spLocks noChangeArrowheads="1"/>
          </p:cNvSpPr>
          <p:nvPr/>
        </p:nvSpPr>
        <p:spPr bwMode="auto">
          <a:xfrm>
            <a:off x="2674938" y="2424113"/>
            <a:ext cx="16383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1800"/>
              </a:lnSpc>
              <a:spcAft>
                <a:spcPts val="600"/>
              </a:spcAft>
            </a:pPr>
            <a:endParaRPr lang="en-IN" altLang="en-US" sz="1200">
              <a:solidFill>
                <a:srgbClr val="404040"/>
              </a:solidFill>
              <a:latin typeface="Segoe UI" panose="020B0502040204020203" pitchFamily="34" charset="0"/>
              <a:cs typeface="Segoe UI" panose="020B0502040204020203" pitchFamily="34" charset="0"/>
            </a:endParaRPr>
          </a:p>
        </p:txBody>
      </p:sp>
      <p:sp>
        <p:nvSpPr>
          <p:cNvPr id="43014" name="TextBox 2">
            <a:extLst>
              <a:ext uri="{FF2B5EF4-FFF2-40B4-BE49-F238E27FC236}">
                <a16:creationId xmlns:a16="http://schemas.microsoft.com/office/drawing/2014/main" id="{BC7A2291-4A88-0C42-6938-0C662E6F9304}"/>
              </a:ext>
            </a:extLst>
          </p:cNvPr>
          <p:cNvSpPr txBox="1">
            <a:spLocks noChangeArrowheads="1"/>
          </p:cNvSpPr>
          <p:nvPr/>
        </p:nvSpPr>
        <p:spPr bwMode="auto">
          <a:xfrm>
            <a:off x="542925" y="1150938"/>
            <a:ext cx="8305800"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lnSpc>
                <a:spcPct val="150000"/>
              </a:lnSpc>
            </a:pPr>
            <a:r>
              <a:rPr lang="en-US" altLang="en-US">
                <a:latin typeface="Times New Roman" panose="02020603050405020304" pitchFamily="18" charset="0"/>
                <a:cs typeface="Times New Roman" panose="02020603050405020304" pitchFamily="18" charset="0"/>
              </a:rPr>
              <a:t>[1] W. Gong, Y. Zha, and J. Tang, “Ransomware detection and classification using generative adversarial networks with dynamic weight adaptation,” 2024. </a:t>
            </a:r>
            <a:endParaRPr lang="en-IN" altLang="en-US">
              <a:latin typeface="Times New Roman" panose="02020603050405020304" pitchFamily="18" charset="0"/>
              <a:cs typeface="Times New Roman" panose="02020603050405020304" pitchFamily="18" charset="0"/>
            </a:endParaRPr>
          </a:p>
          <a:p>
            <a:pPr algn="just">
              <a:lnSpc>
                <a:spcPct val="150000"/>
              </a:lnSpc>
            </a:pPr>
            <a:r>
              <a:rPr lang="en-US" altLang="en-US">
                <a:latin typeface="Times New Roman" panose="02020603050405020304" pitchFamily="18" charset="0"/>
                <a:cs typeface="Times New Roman" panose="02020603050405020304" pitchFamily="18" charset="0"/>
              </a:rPr>
              <a:t>[2] W. Koyirar, B. Harris, J. Williams, A. Moreno, and E. Davis, “Efficient ransomware detection through process memory analysis in operating systems,” 2024. </a:t>
            </a:r>
            <a:endParaRPr lang="en-IN" altLang="en-US">
              <a:latin typeface="Times New Roman" panose="02020603050405020304" pitchFamily="18" charset="0"/>
              <a:cs typeface="Times New Roman" panose="02020603050405020304" pitchFamily="18" charset="0"/>
            </a:endParaRPr>
          </a:p>
          <a:p>
            <a:pPr algn="just">
              <a:lnSpc>
                <a:spcPct val="150000"/>
              </a:lnSpc>
            </a:pPr>
            <a:r>
              <a:rPr lang="en-US" altLang="en-US">
                <a:latin typeface="Times New Roman" panose="02020603050405020304" pitchFamily="18" charset="0"/>
                <a:cs typeface="Times New Roman" panose="02020603050405020304" pitchFamily="18" charset="0"/>
              </a:rPr>
              <a:t>[3] J. Axali, L. Devereaux, A. Spencer, and F. Vasilev, “A multicriteria decision-making approach for ransomware detection using mitre att&amp;ck mitigation strategy,” 2024. </a:t>
            </a:r>
            <a:endParaRPr lang="en-IN" altLang="en-US">
              <a:latin typeface="Times New Roman" panose="02020603050405020304" pitchFamily="18" charset="0"/>
              <a:cs typeface="Times New Roman" panose="02020603050405020304" pitchFamily="18" charset="0"/>
            </a:endParaRPr>
          </a:p>
          <a:p>
            <a:pPr algn="just">
              <a:lnSpc>
                <a:spcPct val="150000"/>
              </a:lnSpc>
            </a:pPr>
            <a:r>
              <a:rPr lang="en-US" altLang="en-US">
                <a:latin typeface="Times New Roman" panose="02020603050405020304" pitchFamily="18" charset="0"/>
                <a:cs typeface="Times New Roman" panose="02020603050405020304" pitchFamily="18" charset="0"/>
              </a:rPr>
              <a:t>[4] H. Kowalczyk, P. Zieli’nski, and A. Nowak, “Dissecting macos ransomware: A comparative analysis and mitigation strategies,” 2024.</a:t>
            </a:r>
            <a:endParaRPr lang="en-IN" altLang="en-US">
              <a:latin typeface="Times New Roman" panose="02020603050405020304" pitchFamily="18" charset="0"/>
              <a:cs typeface="Times New Roman" panose="02020603050405020304" pitchFamily="18" charset="0"/>
            </a:endParaRPr>
          </a:p>
          <a:p>
            <a:pPr algn="just">
              <a:lnSpc>
                <a:spcPct val="150000"/>
              </a:lnSpc>
            </a:pPr>
            <a:r>
              <a:rPr lang="en-US" altLang="en-US">
                <a:latin typeface="Times New Roman" panose="02020603050405020304" pitchFamily="18" charset="0"/>
                <a:cs typeface="Times New Roman" panose="02020603050405020304" pitchFamily="18" charset="0"/>
              </a:rPr>
              <a:t> [5] Y. Brinkley, D. Thompson, and N. Simmons, “Machine learning-based intrusion detection for zero-day ransomware in unseen data,” 2024. </a:t>
            </a:r>
            <a:endParaRPr lang="en-I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
            <a:extLst>
              <a:ext uri="{FF2B5EF4-FFF2-40B4-BE49-F238E27FC236}">
                <a16:creationId xmlns:a16="http://schemas.microsoft.com/office/drawing/2014/main" id="{13C699C2-5C54-F14F-2CE5-C950D6FD0087}"/>
              </a:ext>
            </a:extLst>
          </p:cNvPr>
          <p:cNvSpPr txBox="1">
            <a:spLocks noChangeArrowheads="1"/>
          </p:cNvSpPr>
          <p:nvPr/>
        </p:nvSpPr>
        <p:spPr bwMode="auto">
          <a:xfrm>
            <a:off x="2330450" y="3429000"/>
            <a:ext cx="53689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ts val="1800"/>
              </a:lnSpc>
              <a:spcAft>
                <a:spcPts val="600"/>
              </a:spcAft>
            </a:pPr>
            <a:r>
              <a:rPr lang="en-US" altLang="en-US" sz="6600">
                <a:solidFill>
                  <a:srgbClr val="40404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{0C51EE48-20D2-439F-8E19-9D316DCB9B08}tf16411177</Template>
  <TotalTime>1000</TotalTime>
  <Words>2300</Words>
  <Application>Microsoft Office PowerPoint</Application>
  <PresentationFormat>On-screen Show (4:3)</PresentationFormat>
  <Paragraphs>241</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Century Gothic</vt:lpstr>
      <vt:lpstr>Segoe UI</vt:lpstr>
      <vt:lpstr>Times New Roman</vt:lpstr>
      <vt:lpstr>Wingdings</vt:lpstr>
      <vt:lpstr>Get Started with 3D</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DESCRIPTION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IMPLEMENTATION</vt:lpstr>
      <vt:lpstr>PowerPoint Presentation</vt:lpstr>
      <vt:lpstr>PowerPoint Presentation</vt:lpstr>
      <vt:lpstr>PowerPoint Presentation</vt:lpstr>
      <vt:lpstr>PowerPoint Presentation</vt:lpstr>
      <vt:lpstr>PowerPoint Presentation</vt:lpstr>
      <vt:lpstr>RESULTS </vt:lpstr>
      <vt:lpstr>RESULTS</vt:lpstr>
      <vt:lpstr>PowerPoint Presentation</vt:lpstr>
      <vt:lpstr>Results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SVCE</dc:creator>
  <cp:lastModifiedBy>Hema Chinni</cp:lastModifiedBy>
  <cp:revision>302</cp:revision>
  <cp:lastPrinted>2020-07-22T06:23:00Z</cp:lastPrinted>
  <dcterms:created xsi:type="dcterms:W3CDTF">2020-07-20T09:57:00Z</dcterms:created>
  <dcterms:modified xsi:type="dcterms:W3CDTF">2026-03-30T08:41:54Z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1033-11.2.0.10132</vt:lpwstr>
  </property>
</Properties>
</file>