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handoutMasterIdLst>
    <p:handoutMasterId r:id="rId13"/>
  </p:handoutMasterIdLst>
  <p:sldIdLst>
    <p:sldId id="1479" r:id="rId2"/>
    <p:sldId id="1330" r:id="rId3"/>
    <p:sldId id="1331" r:id="rId4"/>
    <p:sldId id="1485" r:id="rId5"/>
    <p:sldId id="1453" r:id="rId6"/>
    <p:sldId id="1480" r:id="rId7"/>
    <p:sldId id="1454" r:id="rId8"/>
    <p:sldId id="1481" r:id="rId9"/>
    <p:sldId id="1482" r:id="rId10"/>
    <p:sldId id="1433" r:id="rId11"/>
  </p:sldIdLst>
  <p:sldSz cx="9144000" cy="6858000" type="screen4x3"/>
  <p:notesSz cx="9144000" cy="6858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463B"/>
    <a:srgbClr val="E3473B"/>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7B3B5A-27F9-4B03-A58A-1A7A654DF071}" v="1" dt="2026-03-27T09:07:32.83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7" d="100"/>
          <a:sy n="57" d="100"/>
        </p:scale>
        <p:origin x="1186" y="43"/>
      </p:cViewPr>
      <p:guideLst>
        <p:guide orient="horz" pos="2160"/>
        <p:guide pos="28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yathri adimulam" userId="d6fd30b2c694dd67" providerId="LiveId" clId="{83AF6AE9-27F6-41CB-802A-512DFA4B59E8}"/>
    <pc:docChg chg="modSld">
      <pc:chgData name="gayathri adimulam" userId="d6fd30b2c694dd67" providerId="LiveId" clId="{83AF6AE9-27F6-41CB-802A-512DFA4B59E8}" dt="2026-02-26T05:53:20.308" v="145" actId="255"/>
      <pc:docMkLst>
        <pc:docMk/>
      </pc:docMkLst>
      <pc:sldChg chg="modSp mod">
        <pc:chgData name="gayathri adimulam" userId="d6fd30b2c694dd67" providerId="LiveId" clId="{83AF6AE9-27F6-41CB-802A-512DFA4B59E8}" dt="2026-02-26T05:53:20.308" v="145" actId="255"/>
        <pc:sldMkLst>
          <pc:docMk/>
          <pc:sldMk cId="0" sldId="1453"/>
        </pc:sldMkLst>
        <pc:spChg chg="mod">
          <ac:chgData name="gayathri adimulam" userId="d6fd30b2c694dd67" providerId="LiveId" clId="{83AF6AE9-27F6-41CB-802A-512DFA4B59E8}" dt="2026-02-26T05:53:20.308" v="145" actId="255"/>
          <ac:spMkLst>
            <pc:docMk/>
            <pc:sldMk cId="0" sldId="1453"/>
            <ac:spMk id="13317" creationId="{AD89E890-9B87-02BB-2350-1A5282523208}"/>
          </ac:spMkLst>
        </pc:spChg>
      </pc:sldChg>
    </pc:docChg>
  </pc:docChgLst>
  <pc:docChgLst>
    <pc:chgData name="Hema Chinni" userId="60ec4a6449f49444" providerId="LiveId" clId="{8C92EA26-E593-4DC9-9070-CCDE08FAA163}"/>
    <pc:docChg chg="undo custSel modSld">
      <pc:chgData name="Hema Chinni" userId="60ec4a6449f49444" providerId="LiveId" clId="{8C92EA26-E593-4DC9-9070-CCDE08FAA163}" dt="2026-03-27T09:07:32.818" v="26" actId="1076"/>
      <pc:docMkLst>
        <pc:docMk/>
      </pc:docMkLst>
      <pc:sldChg chg="modSp mod">
        <pc:chgData name="Hema Chinni" userId="60ec4a6449f49444" providerId="LiveId" clId="{8C92EA26-E593-4DC9-9070-CCDE08FAA163}" dt="2026-03-27T09:07:32.818" v="26" actId="1076"/>
        <pc:sldMkLst>
          <pc:docMk/>
          <pc:sldMk cId="0" sldId="1331"/>
        </pc:sldMkLst>
        <pc:spChg chg="mod">
          <ac:chgData name="Hema Chinni" userId="60ec4a6449f49444" providerId="LiveId" clId="{8C92EA26-E593-4DC9-9070-CCDE08FAA163}" dt="2026-03-27T09:07:32.818" v="26" actId="1076"/>
          <ac:spMkLst>
            <pc:docMk/>
            <pc:sldMk cId="0" sldId="1331"/>
            <ac:spMk id="10245" creationId="{78549F22-BBFD-7A93-6174-8BB85E31BE6C}"/>
          </ac:spMkLst>
        </pc:spChg>
      </pc:sldChg>
      <pc:sldChg chg="modSp mod">
        <pc:chgData name="Hema Chinni" userId="60ec4a6449f49444" providerId="LiveId" clId="{8C92EA26-E593-4DC9-9070-CCDE08FAA163}" dt="2026-03-11T04:58:02.931" v="0" actId="1076"/>
        <pc:sldMkLst>
          <pc:docMk/>
          <pc:sldMk cId="93055746" sldId="1482"/>
        </pc:sldMkLst>
        <pc:spChg chg="mod">
          <ac:chgData name="Hema Chinni" userId="60ec4a6449f49444" providerId="LiveId" clId="{8C92EA26-E593-4DC9-9070-CCDE08FAA163}" dt="2026-03-11T04:58:02.931" v="0" actId="1076"/>
          <ac:spMkLst>
            <pc:docMk/>
            <pc:sldMk cId="93055746" sldId="1482"/>
            <ac:spMk id="3" creationId="{D55758EB-71EB-6739-6C89-D6F67CAAA026}"/>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E6124D8-3061-AA32-CF71-F3F12BCCEB3C}"/>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IN"/>
          </a:p>
        </p:txBody>
      </p:sp>
      <p:sp>
        <p:nvSpPr>
          <p:cNvPr id="3" name="Date Placeholder 2">
            <a:extLst>
              <a:ext uri="{FF2B5EF4-FFF2-40B4-BE49-F238E27FC236}">
                <a16:creationId xmlns:a16="http://schemas.microsoft.com/office/drawing/2014/main" id="{FB50869C-B5D5-DF3C-D5A1-9AEE02E6CC86}"/>
              </a:ext>
            </a:extLst>
          </p:cNvPr>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7A0270D2-462A-448D-8939-3809E96543F6}" type="datetimeFigureOut">
              <a:rPr lang="en-IN"/>
              <a:pPr>
                <a:defRPr/>
              </a:pPr>
              <a:t>27-03-2026</a:t>
            </a:fld>
            <a:endParaRPr lang="en-IN"/>
          </a:p>
        </p:txBody>
      </p:sp>
      <p:sp>
        <p:nvSpPr>
          <p:cNvPr id="4" name="Footer Placeholder 3">
            <a:extLst>
              <a:ext uri="{FF2B5EF4-FFF2-40B4-BE49-F238E27FC236}">
                <a16:creationId xmlns:a16="http://schemas.microsoft.com/office/drawing/2014/main" id="{22CEB267-1CB8-AB53-ECBC-32ADBE469BF4}"/>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IN"/>
          </a:p>
        </p:txBody>
      </p:sp>
      <p:sp>
        <p:nvSpPr>
          <p:cNvPr id="5" name="Slide Number Placeholder 4">
            <a:extLst>
              <a:ext uri="{FF2B5EF4-FFF2-40B4-BE49-F238E27FC236}">
                <a16:creationId xmlns:a16="http://schemas.microsoft.com/office/drawing/2014/main" id="{B8B5043A-B98B-479B-2ADA-BF7E76A4C20C}"/>
              </a:ext>
            </a:extLst>
          </p:cNvPr>
          <p:cNvSpPr>
            <a:spLocks noGrp="1"/>
          </p:cNvSpPr>
          <p:nvPr>
            <p:ph type="sldNum" sz="quarter" idx="3"/>
          </p:nvPr>
        </p:nvSpPr>
        <p:spPr>
          <a:xfrm>
            <a:off x="5180013" y="6513513"/>
            <a:ext cx="3962400" cy="3444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A24CEE1F-F4BE-4F61-8595-D36493B3EEEA}" type="slidenum">
              <a:rPr lang="en-IN" altLang="en-US"/>
              <a:pPr>
                <a:defRPr/>
              </a:pPr>
              <a:t>‹#›</a:t>
            </a:fld>
            <a:endParaRPr lang="en-I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45146BC-6A01-309F-EA0A-D14A82C8ECB6}"/>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a:extLst>
              <a:ext uri="{FF2B5EF4-FFF2-40B4-BE49-F238E27FC236}">
                <a16:creationId xmlns:a16="http://schemas.microsoft.com/office/drawing/2014/main" id="{8041DBB1-3548-93F7-1A33-EAE6655A024E}"/>
              </a:ext>
            </a:extLst>
          </p:cNvPr>
          <p:cNvSpPr>
            <a:spLocks noGrp="1"/>
          </p:cNvSpPr>
          <p:nvPr>
            <p:ph type="dt" idx="1"/>
          </p:nvPr>
        </p:nvSpPr>
        <p:spPr>
          <a:xfrm>
            <a:off x="5180013" y="0"/>
            <a:ext cx="3962400" cy="3444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E1523946-8A5F-45CD-AC1D-8CF9251BF7B3}" type="datetimeFigureOut">
              <a:rPr lang="en-US"/>
              <a:pPr>
                <a:defRPr/>
              </a:pPr>
              <a:t>3/27/2026</a:t>
            </a:fld>
            <a:endParaRPr lang="en-US"/>
          </a:p>
        </p:txBody>
      </p:sp>
      <p:sp>
        <p:nvSpPr>
          <p:cNvPr id="4" name="Slide Image Placeholder 3">
            <a:extLst>
              <a:ext uri="{FF2B5EF4-FFF2-40B4-BE49-F238E27FC236}">
                <a16:creationId xmlns:a16="http://schemas.microsoft.com/office/drawing/2014/main" id="{E9188CC5-5AC3-719E-8A81-5168A8A32636}"/>
              </a:ext>
            </a:extLst>
          </p:cNvPr>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BEC87F7A-8BFD-CDB2-C93A-42FD1A04C4CB}"/>
              </a:ext>
            </a:extLst>
          </p:cNvPr>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36BB8767-BE8F-95FB-A2EB-3CB28FFF67EF}"/>
              </a:ext>
            </a:extLst>
          </p:cNvPr>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a:extLst>
              <a:ext uri="{FF2B5EF4-FFF2-40B4-BE49-F238E27FC236}">
                <a16:creationId xmlns:a16="http://schemas.microsoft.com/office/drawing/2014/main" id="{83B2C22D-4490-64B7-CBBD-C4C6C9922F86}"/>
              </a:ext>
            </a:extLst>
          </p:cNvPr>
          <p:cNvSpPr>
            <a:spLocks noGrp="1"/>
          </p:cNvSpPr>
          <p:nvPr>
            <p:ph type="sldNum" sz="quarter" idx="5"/>
          </p:nvPr>
        </p:nvSpPr>
        <p:spPr>
          <a:xfrm>
            <a:off x="5180013" y="6513513"/>
            <a:ext cx="3962400" cy="3444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FFBD04ED-78AF-49F6-B104-A6EF75B2344A}"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L-Shape 1">
            <a:extLst>
              <a:ext uri="{FF2B5EF4-FFF2-40B4-BE49-F238E27FC236}">
                <a16:creationId xmlns:a16="http://schemas.microsoft.com/office/drawing/2014/main" id="{5E46AEEB-3BB0-316B-62FB-14C4E2D2951C}"/>
              </a:ext>
            </a:extLst>
          </p:cNvPr>
          <p:cNvSpPr/>
          <p:nvPr userDrawn="1"/>
        </p:nvSpPr>
        <p:spPr>
          <a:xfrm rot="10800000">
            <a:off x="1916113" y="0"/>
            <a:ext cx="7227887" cy="5175250"/>
          </a:xfrm>
          <a:prstGeom prst="corner">
            <a:avLst>
              <a:gd name="adj1" fmla="val 1588"/>
              <a:gd name="adj2" fmla="val 1422"/>
            </a:avLst>
          </a:prstGeom>
          <a:solidFill>
            <a:srgbClr val="E4463B"/>
          </a:solidFill>
          <a:ln>
            <a:solidFill>
              <a:srgbClr val="E4463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 name="L-Shape 2">
            <a:extLst>
              <a:ext uri="{FF2B5EF4-FFF2-40B4-BE49-F238E27FC236}">
                <a16:creationId xmlns:a16="http://schemas.microsoft.com/office/drawing/2014/main" id="{438CAABD-528C-2275-21EE-FAFF1663E2E5}"/>
              </a:ext>
            </a:extLst>
          </p:cNvPr>
          <p:cNvSpPr/>
          <p:nvPr userDrawn="1"/>
        </p:nvSpPr>
        <p:spPr>
          <a:xfrm>
            <a:off x="0" y="1682750"/>
            <a:ext cx="7227888" cy="5175250"/>
          </a:xfrm>
          <a:prstGeom prst="corner">
            <a:avLst>
              <a:gd name="adj1" fmla="val 1588"/>
              <a:gd name="adj2" fmla="val 1422"/>
            </a:avLst>
          </a:prstGeom>
          <a:solidFill>
            <a:srgbClr val="E4463B"/>
          </a:solidFill>
          <a:ln>
            <a:solidFill>
              <a:srgbClr val="E4463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TextBox 16">
            <a:extLst>
              <a:ext uri="{FF2B5EF4-FFF2-40B4-BE49-F238E27FC236}">
                <a16:creationId xmlns:a16="http://schemas.microsoft.com/office/drawing/2014/main" id="{F3783C06-C29E-B35F-F29C-1A11C53ED523}"/>
              </a:ext>
            </a:extLst>
          </p:cNvPr>
          <p:cNvSpPr txBox="1">
            <a:spLocks noChangeArrowheads="1"/>
          </p:cNvSpPr>
          <p:nvPr userDrawn="1"/>
        </p:nvSpPr>
        <p:spPr bwMode="auto">
          <a:xfrm>
            <a:off x="7359650" y="6607175"/>
            <a:ext cx="1617663" cy="250825"/>
          </a:xfrm>
          <a:prstGeom prst="rect">
            <a:avLst/>
          </a:prstGeom>
          <a:noFill/>
          <a:ln>
            <a:noFill/>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Aft>
                <a:spcPts val="600"/>
              </a:spcAft>
              <a:defRPr/>
            </a:pPr>
            <a:r>
              <a:rPr lang="en-US" altLang="en-US" sz="900" b="1">
                <a:solidFill>
                  <a:srgbClr val="7F7F7F"/>
                </a:solidFill>
                <a:latin typeface="Century Gothic" panose="020B0502020202020204" pitchFamily="34" charset="0"/>
                <a:cs typeface="Segoe UI" panose="020B0502040204020203" pitchFamily="34" charset="0"/>
              </a:rPr>
              <a:t>       Pg. </a:t>
            </a:r>
            <a:fld id="{203E30B6-66B3-4A0D-808E-20339BBF80C9}" type="slidenum">
              <a:rPr lang="en-US" altLang="en-US" sz="900" b="1" smtClean="0">
                <a:solidFill>
                  <a:srgbClr val="7F7F7F"/>
                </a:solidFill>
                <a:latin typeface="Century Gothic" panose="020B0502020202020204" pitchFamily="34" charset="0"/>
                <a:cs typeface="Segoe UI" panose="020B0502040204020203" pitchFamily="34" charset="0"/>
              </a:rPr>
              <a:pPr eaLnBrk="1" hangingPunct="1">
                <a:spcAft>
                  <a:spcPts val="600"/>
                </a:spcAft>
                <a:defRPr/>
              </a:pPr>
              <a:t>‹#›</a:t>
            </a:fld>
            <a:endParaRPr lang="en-US" altLang="en-US" sz="900" b="1">
              <a:solidFill>
                <a:srgbClr val="7F7F7F"/>
              </a:solidFill>
              <a:latin typeface="Century Gothic" panose="020B0502020202020204" pitchFamily="34" charset="0"/>
              <a:cs typeface="Segoe UI" panose="020B0502040204020203" pitchFamily="34" charset="0"/>
            </a:endParaRPr>
          </a:p>
        </p:txBody>
      </p:sp>
      <p:pic>
        <p:nvPicPr>
          <p:cNvPr id="5" name="Picture 17">
            <a:extLst>
              <a:ext uri="{FF2B5EF4-FFF2-40B4-BE49-F238E27FC236}">
                <a16:creationId xmlns:a16="http://schemas.microsoft.com/office/drawing/2014/main" id="{EB17D9AB-1940-8969-F5DF-FA563AF0A3B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713538" y="177800"/>
            <a:ext cx="2276475"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92536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43586F-9D6B-69F1-4029-F0BD23778798}"/>
              </a:ext>
            </a:extLst>
          </p:cNvPr>
          <p:cNvSpPr/>
          <p:nvPr userDrawn="1"/>
        </p:nvSpPr>
        <p:spPr>
          <a:xfrm>
            <a:off x="190500" y="263525"/>
            <a:ext cx="8763000" cy="6330950"/>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3" name="Rectangle 2">
            <a:extLst>
              <a:ext uri="{FF2B5EF4-FFF2-40B4-BE49-F238E27FC236}">
                <a16:creationId xmlns:a16="http://schemas.microsoft.com/office/drawing/2014/main" id="{CF68D8D2-D0D4-0FF8-8133-E612140EC63B}"/>
              </a:ext>
            </a:extLst>
          </p:cNvPr>
          <p:cNvSpPr/>
          <p:nvPr userDrawn="1"/>
        </p:nvSpPr>
        <p:spPr bwMode="blackWhite">
          <a:xfrm>
            <a:off x="190500" y="263525"/>
            <a:ext cx="8763000" cy="207168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4" name="L-Shape 3">
            <a:extLst>
              <a:ext uri="{FF2B5EF4-FFF2-40B4-BE49-F238E27FC236}">
                <a16:creationId xmlns:a16="http://schemas.microsoft.com/office/drawing/2014/main" id="{7D184CA4-73F5-CEE2-4609-CBCE0DF310B8}"/>
              </a:ext>
            </a:extLst>
          </p:cNvPr>
          <p:cNvSpPr/>
          <p:nvPr userDrawn="1"/>
        </p:nvSpPr>
        <p:spPr>
          <a:xfrm rot="10800000">
            <a:off x="1916113" y="0"/>
            <a:ext cx="7227887" cy="5175250"/>
          </a:xfrm>
          <a:prstGeom prst="corner">
            <a:avLst>
              <a:gd name="adj1" fmla="val 1588"/>
              <a:gd name="adj2" fmla="val 1422"/>
            </a:avLst>
          </a:prstGeom>
          <a:solidFill>
            <a:srgbClr val="E4463B"/>
          </a:solidFill>
          <a:ln>
            <a:solidFill>
              <a:srgbClr val="E4463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L-Shape 4">
            <a:extLst>
              <a:ext uri="{FF2B5EF4-FFF2-40B4-BE49-F238E27FC236}">
                <a16:creationId xmlns:a16="http://schemas.microsoft.com/office/drawing/2014/main" id="{85E24E15-D0B1-82FA-FA27-94F3D6C1F47E}"/>
              </a:ext>
            </a:extLst>
          </p:cNvPr>
          <p:cNvSpPr/>
          <p:nvPr userDrawn="1"/>
        </p:nvSpPr>
        <p:spPr>
          <a:xfrm>
            <a:off x="0" y="1682750"/>
            <a:ext cx="7227888" cy="5175250"/>
          </a:xfrm>
          <a:prstGeom prst="corner">
            <a:avLst>
              <a:gd name="adj1" fmla="val 1588"/>
              <a:gd name="adj2" fmla="val 1422"/>
            </a:avLst>
          </a:prstGeom>
          <a:solidFill>
            <a:srgbClr val="E4463B"/>
          </a:solidFill>
          <a:ln>
            <a:solidFill>
              <a:srgbClr val="E4463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TextBox 18">
            <a:extLst>
              <a:ext uri="{FF2B5EF4-FFF2-40B4-BE49-F238E27FC236}">
                <a16:creationId xmlns:a16="http://schemas.microsoft.com/office/drawing/2014/main" id="{0254C02F-CE5B-21F4-1890-37B3C9B9A6E5}"/>
              </a:ext>
            </a:extLst>
          </p:cNvPr>
          <p:cNvSpPr txBox="1">
            <a:spLocks noChangeArrowheads="1"/>
          </p:cNvSpPr>
          <p:nvPr userDrawn="1"/>
        </p:nvSpPr>
        <p:spPr bwMode="auto">
          <a:xfrm>
            <a:off x="7804150" y="6542088"/>
            <a:ext cx="781050" cy="230187"/>
          </a:xfrm>
          <a:prstGeom prst="rect">
            <a:avLst/>
          </a:prstGeom>
          <a:noFill/>
          <a:ln>
            <a:noFill/>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Aft>
                <a:spcPts val="600"/>
              </a:spcAft>
              <a:defRPr/>
            </a:pPr>
            <a:r>
              <a:rPr lang="en-US" altLang="en-US" sz="900">
                <a:solidFill>
                  <a:srgbClr val="7F7F7F"/>
                </a:solidFill>
                <a:latin typeface="Century Gothic" panose="020B0502020202020204" pitchFamily="34" charset="0"/>
                <a:cs typeface="Segoe UI" panose="020B0502040204020203" pitchFamily="34" charset="0"/>
              </a:rPr>
              <a:t>Pg. </a:t>
            </a:r>
            <a:fld id="{736B9796-870B-415A-A2E9-685977666126}" type="slidenum">
              <a:rPr lang="en-US" altLang="en-US" sz="900" smtClean="0">
                <a:solidFill>
                  <a:srgbClr val="7F7F7F"/>
                </a:solidFill>
                <a:latin typeface="Century Gothic" panose="020B0502020202020204" pitchFamily="34" charset="0"/>
                <a:cs typeface="Segoe UI" panose="020B0502040204020203" pitchFamily="34" charset="0"/>
              </a:rPr>
              <a:pPr eaLnBrk="1" hangingPunct="1">
                <a:spcAft>
                  <a:spcPts val="600"/>
                </a:spcAft>
                <a:defRPr/>
              </a:pPr>
              <a:t>‹#›</a:t>
            </a:fld>
            <a:endParaRPr lang="en-US" altLang="en-US" sz="900">
              <a:solidFill>
                <a:srgbClr val="7F7F7F"/>
              </a:solidFill>
              <a:latin typeface="Century Gothic" panose="020B0502020202020204" pitchFamily="34" charset="0"/>
              <a:cs typeface="Segoe UI" panose="020B0502040204020203" pitchFamily="34" charset="0"/>
            </a:endParaRPr>
          </a:p>
        </p:txBody>
      </p:sp>
      <p:sp>
        <p:nvSpPr>
          <p:cNvPr id="7" name="Content Placeholder 6"/>
          <p:cNvSpPr>
            <a:spLocks noGrp="1"/>
          </p:cNvSpPr>
          <p:nvPr>
            <p:ph sz="quarter" idx="13"/>
          </p:nvPr>
        </p:nvSpPr>
        <p:spPr>
          <a:xfrm>
            <a:off x="404622" y="2560320"/>
            <a:ext cx="7084314" cy="3977640"/>
          </a:xfrm>
        </p:spPr>
        <p:txBody>
          <a:bodyPr rtlCol="0">
            <a:normAutofit/>
          </a:bodyPr>
          <a:lstStyle>
            <a:lvl1pPr>
              <a:defRPr lang="en-US" sz="1800" b="1" smtClean="0">
                <a:solidFill>
                  <a:schemeClr val="tx1">
                    <a:lumMod val="75000"/>
                    <a:lumOff val="25000"/>
                  </a:schemeClr>
                </a:solidFill>
                <a:latin typeface="+mj-lt"/>
              </a:defRPr>
            </a:lvl1pPr>
            <a:lvl2pPr>
              <a:defRPr lang="en-US" sz="14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100" dirty="0" smtClean="0">
                <a:solidFill>
                  <a:schemeClr val="tx1">
                    <a:lumMod val="75000"/>
                    <a:lumOff val="25000"/>
                  </a:schemeClr>
                </a:solidFill>
              </a:defRPr>
            </a:lvl4pPr>
            <a:lvl5pPr>
              <a:defRPr lang="en-US" sz="1000" dirty="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14"/>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355157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extBox 13">
            <a:extLst>
              <a:ext uri="{FF2B5EF4-FFF2-40B4-BE49-F238E27FC236}">
                <a16:creationId xmlns:a16="http://schemas.microsoft.com/office/drawing/2014/main" id="{00A1A631-D3D8-9A93-BFB3-474339157036}"/>
              </a:ext>
            </a:extLst>
          </p:cNvPr>
          <p:cNvSpPr txBox="1">
            <a:spLocks noChangeArrowheads="1"/>
          </p:cNvSpPr>
          <p:nvPr userDrawn="1"/>
        </p:nvSpPr>
        <p:spPr bwMode="auto">
          <a:xfrm>
            <a:off x="6542088" y="6505575"/>
            <a:ext cx="0" cy="0"/>
          </a:xfrm>
          <a:prstGeom prst="rect">
            <a:avLst/>
          </a:prstGeom>
          <a:noFill/>
          <a:ln>
            <a:noFill/>
          </a:ln>
        </p:spPr>
        <p:txBody>
          <a:bodyPr wrap="none"/>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ts val="1800"/>
              </a:lnSpc>
              <a:spcAft>
                <a:spcPts val="600"/>
              </a:spcAft>
              <a:defRPr/>
            </a:pPr>
            <a:endParaRPr lang="en-US" altLang="en-US" sz="1200">
              <a:solidFill>
                <a:srgbClr val="404040"/>
              </a:solidFill>
              <a:latin typeface="Segoe UI" panose="020B0502040204020203" pitchFamily="34" charset="0"/>
              <a:cs typeface="Segoe UI" panose="020B0502040204020203" pitchFamily="34" charset="0"/>
            </a:endParaRPr>
          </a:p>
        </p:txBody>
      </p:sp>
      <p:sp>
        <p:nvSpPr>
          <p:cNvPr id="4" name="TextBox 15">
            <a:extLst>
              <a:ext uri="{FF2B5EF4-FFF2-40B4-BE49-F238E27FC236}">
                <a16:creationId xmlns:a16="http://schemas.microsoft.com/office/drawing/2014/main" id="{6B3AC5DB-642E-1976-87A3-4C8F020DAC2B}"/>
              </a:ext>
            </a:extLst>
          </p:cNvPr>
          <p:cNvSpPr txBox="1">
            <a:spLocks noChangeArrowheads="1"/>
          </p:cNvSpPr>
          <p:nvPr userDrawn="1"/>
        </p:nvSpPr>
        <p:spPr bwMode="auto">
          <a:xfrm>
            <a:off x="8312150" y="433388"/>
            <a:ext cx="0" cy="0"/>
          </a:xfrm>
          <a:prstGeom prst="rect">
            <a:avLst/>
          </a:prstGeom>
          <a:noFill/>
          <a:ln>
            <a:noFill/>
          </a:ln>
        </p:spPr>
        <p:txBody>
          <a:bodyPr wrap="none"/>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ts val="1800"/>
              </a:lnSpc>
              <a:spcAft>
                <a:spcPts val="600"/>
              </a:spcAft>
              <a:defRPr/>
            </a:pPr>
            <a:endParaRPr lang="en-US" altLang="en-US" sz="1200">
              <a:solidFill>
                <a:srgbClr val="404040"/>
              </a:solidFill>
              <a:latin typeface="Segoe UI" panose="020B0502040204020203" pitchFamily="34" charset="0"/>
              <a:cs typeface="Segoe UI" panose="020B0502040204020203" pitchFamily="34" charset="0"/>
            </a:endParaRPr>
          </a:p>
        </p:txBody>
      </p:sp>
      <p:sp>
        <p:nvSpPr>
          <p:cNvPr id="3" name="Content Placeholder 2"/>
          <p:cNvSpPr>
            <a:spLocks noGrp="1"/>
          </p:cNvSpPr>
          <p:nvPr>
            <p:ph idx="1"/>
          </p:nvPr>
        </p:nvSpPr>
        <p:spPr>
          <a:xfrm>
            <a:off x="453325" y="1604211"/>
            <a:ext cx="8237348" cy="4572752"/>
          </a:xfrm>
        </p:spPr>
        <p:txBody>
          <a:bodyPr>
            <a:normAutofit/>
          </a:bodyPr>
          <a:lstStyle>
            <a:lvl1pPr marL="0" indent="0">
              <a:spcAft>
                <a:spcPts val="900"/>
              </a:spcAft>
              <a:buSzPct val="25000"/>
              <a:buFont typeface="Segoe UI" panose="020B0502040204020203" pitchFamily="34" charset="0"/>
              <a:buChar char=" "/>
              <a:defRPr sz="1800"/>
            </a:lvl1pPr>
            <a:lvl2pPr marL="300990" indent="5715">
              <a:spcBef>
                <a:spcPts val="450"/>
              </a:spcBef>
              <a:spcAft>
                <a:spcPts val="900"/>
              </a:spcAft>
              <a:buFont typeface="Segoe UI" panose="020B0502040204020203" pitchFamily="34" charset="0"/>
              <a:buChar char=" "/>
              <a:defRPr sz="1600"/>
            </a:lvl2pPr>
            <a:lvl3pPr marL="857250" indent="-171450">
              <a:buFont typeface="Segoe UI" panose="020B0502040204020203" pitchFamily="34" charset="0"/>
              <a:buChar char=" "/>
              <a:defRPr/>
            </a:lvl3pPr>
            <a:lvl4pPr marL="1200150" indent="-171450">
              <a:buFont typeface="Segoe UI" panose="020B0502040204020203" pitchFamily="34" charset="0"/>
              <a:buChar char=" "/>
              <a:defRPr/>
            </a:lvl4pPr>
            <a:lvl5pPr marL="1543050" indent="-171450">
              <a:buFont typeface="Segoe UI" panose="020B0502040204020203" pitchFamily="34" charset="0"/>
              <a:buChar char=" "/>
              <a:defRPr/>
            </a:lvl5pPr>
          </a:lstStyle>
          <a:p>
            <a:pPr lvl="0"/>
            <a:r>
              <a:rPr lang="en-US"/>
              <a:t>Click to edit Master text styles</a:t>
            </a:r>
          </a:p>
          <a:p>
            <a:pPr lvl="1"/>
            <a:r>
              <a:rPr lang="en-US"/>
              <a:t>Second level</a:t>
            </a:r>
          </a:p>
        </p:txBody>
      </p:sp>
      <p:sp>
        <p:nvSpPr>
          <p:cNvPr id="6" name="Title Placeholder 1"/>
          <p:cNvSpPr>
            <a:spLocks noGrp="1"/>
          </p:cNvSpPr>
          <p:nvPr>
            <p:ph type="title"/>
          </p:nvPr>
        </p:nvSpPr>
        <p:spPr>
          <a:xfrm>
            <a:off x="628650" y="253514"/>
            <a:ext cx="6599246" cy="479910"/>
          </a:xfrm>
          <a:prstGeom prst="rect">
            <a:avLst/>
          </a:prstGeom>
        </p:spPr>
        <p:txBody>
          <a:bodyPr rtlCol="0">
            <a:normAutofit/>
          </a:bodyPr>
          <a:lstStyle>
            <a:lvl1pPr>
              <a:defRPr sz="2200"/>
            </a:lvl1pPr>
          </a:lstStyle>
          <a:p>
            <a:pPr lvl="0"/>
            <a:r>
              <a:rPr lang="en-US"/>
              <a:t>Click to edit Master title style</a:t>
            </a:r>
          </a:p>
        </p:txBody>
      </p:sp>
    </p:spTree>
    <p:extLst>
      <p:ext uri="{BB962C8B-B14F-4D97-AF65-F5344CB8AC3E}">
        <p14:creationId xmlns:p14="http://schemas.microsoft.com/office/powerpoint/2010/main" val="36792783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3325" y="1604211"/>
            <a:ext cx="8237348" cy="4572752"/>
          </a:xfrm>
        </p:spPr>
        <p:txBody>
          <a:bodyPr/>
          <a:lstStyle>
            <a:lvl1pPr marL="0" indent="0">
              <a:spcAft>
                <a:spcPts val="900"/>
              </a:spcAft>
              <a:buSzPct val="25000"/>
              <a:buFont typeface="Segoe UI" panose="020B0502040204020203" pitchFamily="34" charset="0"/>
              <a:buChar char=" "/>
              <a:defRPr sz="1800"/>
            </a:lvl1pPr>
            <a:lvl2pPr marL="300990" indent="5715">
              <a:spcBef>
                <a:spcPts val="450"/>
              </a:spcBef>
              <a:spcAft>
                <a:spcPts val="900"/>
              </a:spcAft>
              <a:buFont typeface="Segoe UI" panose="020B0502040204020203" pitchFamily="34" charset="0"/>
              <a:buChar char=" "/>
              <a:defRPr sz="1400"/>
            </a:lvl2pPr>
            <a:lvl3pPr marL="857250" indent="-171450">
              <a:buFont typeface="Segoe UI" panose="020B0502040204020203" pitchFamily="34" charset="0"/>
              <a:buChar char=" "/>
              <a:defRPr/>
            </a:lvl3pPr>
            <a:lvl4pPr marL="1200150" indent="-171450">
              <a:buFont typeface="Segoe UI" panose="020B0502040204020203" pitchFamily="34" charset="0"/>
              <a:buChar char=" "/>
              <a:defRPr/>
            </a:lvl4pPr>
            <a:lvl5pPr marL="1543050" indent="-171450">
              <a:buFont typeface="Segoe UI" panose="020B0502040204020203" pitchFamily="34" charset="0"/>
              <a:buChar char=" "/>
              <a:defRPr/>
            </a:lvl5pPr>
          </a:lstStyle>
          <a:p>
            <a:pPr lvl="0"/>
            <a:r>
              <a:rPr lang="en-US"/>
              <a:t>Click to edit Master text styles</a:t>
            </a:r>
          </a:p>
          <a:p>
            <a:pPr lvl="1"/>
            <a:r>
              <a:rPr lang="en-US"/>
              <a:t>Second level</a:t>
            </a:r>
          </a:p>
        </p:txBody>
      </p:sp>
      <p:sp>
        <p:nvSpPr>
          <p:cNvPr id="5" name="Title Placeholder 1"/>
          <p:cNvSpPr>
            <a:spLocks noGrp="1"/>
          </p:cNvSpPr>
          <p:nvPr>
            <p:ph type="title"/>
          </p:nvPr>
        </p:nvSpPr>
        <p:spPr>
          <a:xfrm>
            <a:off x="628650" y="253514"/>
            <a:ext cx="6599246" cy="479910"/>
          </a:xfrm>
          <a:prstGeom prst="rect">
            <a:avLst/>
          </a:prstGeom>
        </p:spPr>
        <p:txBody>
          <a:bodyPr rtlCol="0">
            <a:normAutofit/>
          </a:bodyPr>
          <a:lstStyle>
            <a:lvl1pPr>
              <a:defRPr sz="2200"/>
            </a:lvl1pPr>
          </a:lstStyle>
          <a:p>
            <a:pPr lvl="0"/>
            <a:r>
              <a:rPr lang="en-US"/>
              <a:t>Click to edit Master title style</a:t>
            </a:r>
          </a:p>
        </p:txBody>
      </p:sp>
    </p:spTree>
    <p:extLst>
      <p:ext uri="{BB962C8B-B14F-4D97-AF65-F5344CB8AC3E}">
        <p14:creationId xmlns:p14="http://schemas.microsoft.com/office/powerpoint/2010/main" val="38071935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Content Placeholder 2"/>
          <p:cNvSpPr>
            <a:spLocks noGrp="1"/>
          </p:cNvSpPr>
          <p:nvPr>
            <p:ph idx="1"/>
          </p:nvPr>
        </p:nvSpPr>
        <p:spPr>
          <a:xfrm>
            <a:off x="818146" y="1507068"/>
            <a:ext cx="3541418" cy="4669896"/>
          </a:xfrm>
        </p:spPr>
        <p:txBody>
          <a:bodyPr anchor="ctr">
            <a:normAutofit/>
          </a:bodyPr>
          <a:lstStyle>
            <a:lvl1pPr marL="0" indent="0" algn="l">
              <a:lnSpc>
                <a:spcPct val="150000"/>
              </a:lnSpc>
              <a:spcAft>
                <a:spcPts val="900"/>
              </a:spcAft>
              <a:buSzPct val="25000"/>
              <a:buFont typeface="Segoe UI" panose="020B0502040204020203" pitchFamily="34" charset="0"/>
              <a:buChar char=" "/>
              <a:defRPr sz="1200"/>
            </a:lvl1pPr>
            <a:lvl2pPr marL="300990" indent="5715" algn="l">
              <a:spcBef>
                <a:spcPts val="450"/>
              </a:spcBef>
              <a:spcAft>
                <a:spcPts val="900"/>
              </a:spcAft>
              <a:buFont typeface="Segoe UI" panose="020B0502040204020203" pitchFamily="34" charset="0"/>
              <a:buChar char=" "/>
              <a:defRPr sz="1200"/>
            </a:lvl2pPr>
            <a:lvl3pPr marL="857250" indent="-171450">
              <a:buFont typeface="Segoe UI" panose="020B0502040204020203" pitchFamily="34" charset="0"/>
              <a:buChar char=" "/>
              <a:defRPr/>
            </a:lvl3pPr>
            <a:lvl4pPr marL="1200150" indent="-171450">
              <a:buFont typeface="Segoe UI" panose="020B0502040204020203" pitchFamily="34" charset="0"/>
              <a:buChar char=" "/>
              <a:defRPr/>
            </a:lvl4pPr>
            <a:lvl5pPr marL="1543050" indent="-171450">
              <a:buFont typeface="Segoe UI" panose="020B0502040204020203" pitchFamily="34" charset="0"/>
              <a:buChar char=" "/>
              <a:defRPr/>
            </a:lvl5pPr>
          </a:lstStyle>
          <a:p>
            <a:pPr lvl="0"/>
            <a:r>
              <a:rPr lang="en-US"/>
              <a:t>Click to edit Master text styles</a:t>
            </a:r>
          </a:p>
          <a:p>
            <a:pPr lvl="1"/>
            <a:r>
              <a:rPr lang="en-US"/>
              <a:t>Second level</a:t>
            </a:r>
          </a:p>
        </p:txBody>
      </p:sp>
      <p:sp>
        <p:nvSpPr>
          <p:cNvPr id="9" name="Content Placeholder 2"/>
          <p:cNvSpPr>
            <a:spLocks noGrp="1"/>
          </p:cNvSpPr>
          <p:nvPr>
            <p:ph idx="13"/>
          </p:nvPr>
        </p:nvSpPr>
        <p:spPr>
          <a:xfrm>
            <a:off x="4987636" y="1507068"/>
            <a:ext cx="3666946" cy="4669896"/>
          </a:xfrm>
        </p:spPr>
        <p:txBody>
          <a:bodyPr anchor="ctr">
            <a:normAutofit/>
          </a:bodyPr>
          <a:lstStyle>
            <a:lvl1pPr marL="0" indent="0">
              <a:spcAft>
                <a:spcPts val="900"/>
              </a:spcAft>
              <a:buSzPct val="25000"/>
              <a:buFont typeface="Segoe UI" panose="020B0502040204020203" pitchFamily="34" charset="0"/>
              <a:buChar char=" "/>
              <a:defRPr sz="1200"/>
            </a:lvl1pPr>
            <a:lvl2pPr marL="300990" indent="5715">
              <a:spcBef>
                <a:spcPts val="450"/>
              </a:spcBef>
              <a:spcAft>
                <a:spcPts val="900"/>
              </a:spcAft>
              <a:buFont typeface="Segoe UI" panose="020B0502040204020203" pitchFamily="34" charset="0"/>
              <a:buChar char=" "/>
              <a:defRPr sz="1200"/>
            </a:lvl2pPr>
            <a:lvl3pPr marL="857250" indent="-171450">
              <a:buFont typeface="Segoe UI" panose="020B0502040204020203" pitchFamily="34" charset="0"/>
              <a:buChar char=" "/>
              <a:defRPr/>
            </a:lvl3pPr>
            <a:lvl4pPr marL="1200150" indent="-171450">
              <a:buFont typeface="Segoe UI" panose="020B0502040204020203" pitchFamily="34" charset="0"/>
              <a:buChar char=" "/>
              <a:defRPr/>
            </a:lvl4pPr>
            <a:lvl5pPr marL="1543050" indent="-171450">
              <a:buFont typeface="Segoe UI" panose="020B0502040204020203" pitchFamily="34" charset="0"/>
              <a:buChar char=" "/>
              <a:defRPr/>
            </a:lvl5pPr>
          </a:lstStyle>
          <a:p>
            <a:pPr lvl="0"/>
            <a:r>
              <a:rPr lang="en-US"/>
              <a:t>Click to edit Master text styles</a:t>
            </a:r>
          </a:p>
          <a:p>
            <a:pPr lvl="1"/>
            <a:r>
              <a:rPr lang="en-US"/>
              <a:t>Second level</a:t>
            </a:r>
          </a:p>
        </p:txBody>
      </p:sp>
      <p:sp>
        <p:nvSpPr>
          <p:cNvPr id="5" name="Title Placeholder 1"/>
          <p:cNvSpPr>
            <a:spLocks noGrp="1"/>
          </p:cNvSpPr>
          <p:nvPr>
            <p:ph type="title"/>
          </p:nvPr>
        </p:nvSpPr>
        <p:spPr>
          <a:xfrm>
            <a:off x="628650" y="253514"/>
            <a:ext cx="6599246" cy="479910"/>
          </a:xfrm>
          <a:prstGeom prst="rect">
            <a:avLst/>
          </a:prstGeom>
        </p:spPr>
        <p:txBody>
          <a:bodyPr rtlCol="0">
            <a:normAutofit/>
          </a:bodyPr>
          <a:lstStyle>
            <a:lvl1pPr>
              <a:defRPr sz="2200"/>
            </a:lvl1pPr>
          </a:lstStyle>
          <a:p>
            <a:pPr lvl="0"/>
            <a:r>
              <a:rPr lang="en-US"/>
              <a:t>Click to edit Master title style</a:t>
            </a:r>
          </a:p>
        </p:txBody>
      </p:sp>
    </p:spTree>
    <p:extLst>
      <p:ext uri="{BB962C8B-B14F-4D97-AF65-F5344CB8AC3E}">
        <p14:creationId xmlns:p14="http://schemas.microsoft.com/office/powerpoint/2010/main" val="1080765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tandard">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28650" y="253514"/>
            <a:ext cx="6599246" cy="479910"/>
          </a:xfrm>
          <a:prstGeom prst="rect">
            <a:avLst/>
          </a:prstGeom>
        </p:spPr>
        <p:txBody>
          <a:bodyPr rtlCol="0">
            <a:normAutofit/>
          </a:bodyPr>
          <a:lstStyle>
            <a:lvl1pPr>
              <a:defRPr sz="2200"/>
            </a:lvl1pPr>
          </a:lstStyle>
          <a:p>
            <a:pPr lvl="0"/>
            <a:r>
              <a:rPr lang="en-US"/>
              <a:t>Click to edit Master title style</a:t>
            </a:r>
          </a:p>
        </p:txBody>
      </p:sp>
    </p:spTree>
    <p:extLst>
      <p:ext uri="{BB962C8B-B14F-4D97-AF65-F5344CB8AC3E}">
        <p14:creationId xmlns:p14="http://schemas.microsoft.com/office/powerpoint/2010/main" val="13769954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05420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04800" y="1371600"/>
            <a:ext cx="4152900" cy="5105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1371600"/>
            <a:ext cx="4152900" cy="5105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Placeholder 1"/>
          <p:cNvSpPr>
            <a:spLocks noGrp="1"/>
          </p:cNvSpPr>
          <p:nvPr>
            <p:ph type="title"/>
          </p:nvPr>
        </p:nvSpPr>
        <p:spPr>
          <a:xfrm>
            <a:off x="628650" y="253514"/>
            <a:ext cx="6599246" cy="479910"/>
          </a:xfrm>
          <a:prstGeom prst="rect">
            <a:avLst/>
          </a:prstGeom>
        </p:spPr>
        <p:txBody>
          <a:bodyPr rtlCol="0">
            <a:normAutofit/>
          </a:bodyPr>
          <a:lstStyle>
            <a:lvl1pPr>
              <a:defRPr sz="2200"/>
            </a:lvl1pPr>
          </a:lstStyle>
          <a:p>
            <a:pPr lvl="0"/>
            <a:r>
              <a:rPr lang="en-US"/>
              <a:t>Click to edit Master title style</a:t>
            </a:r>
          </a:p>
        </p:txBody>
      </p:sp>
    </p:spTree>
    <p:extLst>
      <p:ext uri="{BB962C8B-B14F-4D97-AF65-F5344CB8AC3E}">
        <p14:creationId xmlns:p14="http://schemas.microsoft.com/office/powerpoint/2010/main" val="3893928107"/>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DE3F4AB6-29B8-027E-22C2-E1667A4D03E3}"/>
              </a:ext>
            </a:extLst>
          </p:cNvPr>
          <p:cNvSpPr>
            <a:spLocks noGrp="1" noChangeArrowheads="1"/>
          </p:cNvSpPr>
          <p:nvPr>
            <p:ph type="title"/>
          </p:nvPr>
        </p:nvSpPr>
        <p:spPr bwMode="auto">
          <a:xfrm>
            <a:off x="628650" y="254000"/>
            <a:ext cx="659923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362EAF95-6254-033D-FB66-BA614C3EABFD}"/>
              </a:ext>
            </a:extLst>
          </p:cNvPr>
          <p:cNvSpPr>
            <a:spLocks noGrp="1" noChangeArrowheads="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cxnSp>
        <p:nvCxnSpPr>
          <p:cNvPr id="8" name="Straight Connector 7">
            <a:extLst>
              <a:ext uri="{FF2B5EF4-FFF2-40B4-BE49-F238E27FC236}">
                <a16:creationId xmlns:a16="http://schemas.microsoft.com/office/drawing/2014/main" id="{A31EDCAF-393E-789F-A70C-54E47022B0CA}"/>
              </a:ext>
            </a:extLst>
          </p:cNvPr>
          <p:cNvCxnSpPr/>
          <p:nvPr/>
        </p:nvCxnSpPr>
        <p:spPr>
          <a:xfrm>
            <a:off x="49213" y="685800"/>
            <a:ext cx="7215187"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1029" name="TextBox 8">
            <a:extLst>
              <a:ext uri="{FF2B5EF4-FFF2-40B4-BE49-F238E27FC236}">
                <a16:creationId xmlns:a16="http://schemas.microsoft.com/office/drawing/2014/main" id="{859B9246-F080-CCE7-AE70-E846EC099EA0}"/>
              </a:ext>
            </a:extLst>
          </p:cNvPr>
          <p:cNvSpPr txBox="1">
            <a:spLocks noChangeArrowheads="1"/>
          </p:cNvSpPr>
          <p:nvPr/>
        </p:nvSpPr>
        <p:spPr bwMode="auto">
          <a:xfrm>
            <a:off x="9020175" y="1196975"/>
            <a:ext cx="685800" cy="914400"/>
          </a:xfrm>
          <a:prstGeom prst="rect">
            <a:avLst/>
          </a:prstGeom>
          <a:noFill/>
          <a:ln>
            <a:noFill/>
          </a:ln>
        </p:spPr>
        <p:txBody>
          <a:bodyPr wrap="none" lIns="68580" tIns="34290" rIns="68580" bIns="3429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ts val="1350"/>
              </a:lnSpc>
              <a:spcAft>
                <a:spcPts val="450"/>
              </a:spcAft>
              <a:defRPr/>
            </a:pPr>
            <a:endParaRPr lang="en-IN" altLang="en-US" sz="900">
              <a:solidFill>
                <a:srgbClr val="404040"/>
              </a:solidFill>
              <a:latin typeface="Segoe UI" panose="020B0502040204020203" pitchFamily="34" charset="0"/>
              <a:cs typeface="Segoe UI" panose="020B0502040204020203" pitchFamily="34" charset="0"/>
            </a:endParaRPr>
          </a:p>
        </p:txBody>
      </p:sp>
      <p:sp>
        <p:nvSpPr>
          <p:cNvPr id="11" name="TextBox 10">
            <a:extLst>
              <a:ext uri="{FF2B5EF4-FFF2-40B4-BE49-F238E27FC236}">
                <a16:creationId xmlns:a16="http://schemas.microsoft.com/office/drawing/2014/main" id="{4149CBF6-18FD-0242-C371-7F498FEB9050}"/>
              </a:ext>
            </a:extLst>
          </p:cNvPr>
          <p:cNvSpPr txBox="1"/>
          <p:nvPr/>
        </p:nvSpPr>
        <p:spPr>
          <a:xfrm>
            <a:off x="8820150" y="449263"/>
            <a:ext cx="311150" cy="228600"/>
          </a:xfrm>
          <a:prstGeom prst="rect">
            <a:avLst/>
          </a:prstGeom>
        </p:spPr>
        <p:txBody>
          <a:bodyPr lIns="68580" tIns="34290" rIns="68580" bIns="34290"/>
          <a:lstStyle/>
          <a:p>
            <a:pPr eaLnBrk="1" fontAlgn="auto" hangingPunct="1">
              <a:lnSpc>
                <a:spcPts val="1350"/>
              </a:lnSpc>
              <a:spcBef>
                <a:spcPts val="0"/>
              </a:spcBef>
              <a:spcAft>
                <a:spcPts val="450"/>
              </a:spcAft>
              <a:defRPr/>
            </a:pPr>
            <a:endParaRPr lang="en-IN" sz="790" b="1">
              <a:solidFill>
                <a:prstClr val="black">
                  <a:lumMod val="75000"/>
                  <a:lumOff val="25000"/>
                </a:prstClr>
              </a:solidFill>
              <a:latin typeface="Segoe UI" panose="020B0502040204020203" pitchFamily="34" charset="0"/>
              <a:cs typeface="Segoe UI" panose="020B0502040204020203" pitchFamily="34" charset="0"/>
            </a:endParaRPr>
          </a:p>
        </p:txBody>
      </p:sp>
      <p:sp>
        <p:nvSpPr>
          <p:cNvPr id="4" name="L-Shape 3">
            <a:extLst>
              <a:ext uri="{FF2B5EF4-FFF2-40B4-BE49-F238E27FC236}">
                <a16:creationId xmlns:a16="http://schemas.microsoft.com/office/drawing/2014/main" id="{3DF464EA-78A1-9F6C-D412-736C25CCE5EA}"/>
              </a:ext>
            </a:extLst>
          </p:cNvPr>
          <p:cNvSpPr/>
          <p:nvPr/>
        </p:nvSpPr>
        <p:spPr>
          <a:xfrm rot="10800000">
            <a:off x="1916113" y="0"/>
            <a:ext cx="7227887" cy="5175250"/>
          </a:xfrm>
          <a:prstGeom prst="corner">
            <a:avLst>
              <a:gd name="adj1" fmla="val 1588"/>
              <a:gd name="adj2" fmla="val 1422"/>
            </a:avLst>
          </a:prstGeom>
          <a:solidFill>
            <a:srgbClr val="E4463B"/>
          </a:solidFill>
          <a:ln>
            <a:solidFill>
              <a:srgbClr val="E4463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L-Shape 11">
            <a:extLst>
              <a:ext uri="{FF2B5EF4-FFF2-40B4-BE49-F238E27FC236}">
                <a16:creationId xmlns:a16="http://schemas.microsoft.com/office/drawing/2014/main" id="{6FF1C8E7-47B4-6912-C99E-2BB31C292503}"/>
              </a:ext>
            </a:extLst>
          </p:cNvPr>
          <p:cNvSpPr/>
          <p:nvPr/>
        </p:nvSpPr>
        <p:spPr>
          <a:xfrm>
            <a:off x="0" y="1682750"/>
            <a:ext cx="7227888" cy="5175250"/>
          </a:xfrm>
          <a:prstGeom prst="corner">
            <a:avLst>
              <a:gd name="adj1" fmla="val 1588"/>
              <a:gd name="adj2" fmla="val 1422"/>
            </a:avLst>
          </a:prstGeom>
          <a:solidFill>
            <a:srgbClr val="E4463B"/>
          </a:solidFill>
          <a:ln>
            <a:solidFill>
              <a:srgbClr val="E4463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33" name="TextBox 12">
            <a:extLst>
              <a:ext uri="{FF2B5EF4-FFF2-40B4-BE49-F238E27FC236}">
                <a16:creationId xmlns:a16="http://schemas.microsoft.com/office/drawing/2014/main" id="{697A65ED-90C1-C298-08FD-58F0D413DC65}"/>
              </a:ext>
            </a:extLst>
          </p:cNvPr>
          <p:cNvSpPr txBox="1">
            <a:spLocks noChangeArrowheads="1"/>
          </p:cNvSpPr>
          <p:nvPr/>
        </p:nvSpPr>
        <p:spPr bwMode="auto">
          <a:xfrm>
            <a:off x="7500938" y="6491288"/>
            <a:ext cx="1462087" cy="177800"/>
          </a:xfrm>
          <a:prstGeom prst="rect">
            <a:avLst/>
          </a:prstGeom>
          <a:noFill/>
          <a:ln>
            <a:noFill/>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Aft>
                <a:spcPts val="600"/>
              </a:spcAft>
              <a:defRPr/>
            </a:pPr>
            <a:r>
              <a:rPr lang="en-US" altLang="en-US" sz="900">
                <a:solidFill>
                  <a:srgbClr val="7F7F7F"/>
                </a:solidFill>
                <a:latin typeface="Century Gothic" panose="020B0502020202020204" pitchFamily="34" charset="0"/>
                <a:cs typeface="Segoe UI" panose="020B0502040204020203" pitchFamily="34" charset="0"/>
              </a:rPr>
              <a:t>    Pg. </a:t>
            </a:r>
            <a:fld id="{30882AE6-F65B-4F5A-9874-D95927DB8C71}" type="slidenum">
              <a:rPr lang="en-US" altLang="en-US" sz="900" smtClean="0">
                <a:solidFill>
                  <a:srgbClr val="7F7F7F"/>
                </a:solidFill>
                <a:latin typeface="Century Gothic" panose="020B0502020202020204" pitchFamily="34" charset="0"/>
                <a:cs typeface="Segoe UI" panose="020B0502040204020203" pitchFamily="34" charset="0"/>
              </a:rPr>
              <a:pPr eaLnBrk="1" hangingPunct="1">
                <a:spcAft>
                  <a:spcPts val="600"/>
                </a:spcAft>
                <a:defRPr/>
              </a:pPr>
              <a:t>‹#›</a:t>
            </a:fld>
            <a:endParaRPr lang="en-US" altLang="en-US" sz="900">
              <a:solidFill>
                <a:srgbClr val="7F7F7F"/>
              </a:solidFill>
              <a:latin typeface="Century Gothic" panose="020B0502020202020204" pitchFamily="34" charset="0"/>
              <a:cs typeface="Segoe UI" panose="020B0502040204020203" pitchFamily="34" charset="0"/>
            </a:endParaRPr>
          </a:p>
        </p:txBody>
      </p:sp>
      <p:pic>
        <p:nvPicPr>
          <p:cNvPr id="1034" name="Picture 14">
            <a:extLst>
              <a:ext uri="{FF2B5EF4-FFF2-40B4-BE49-F238E27FC236}">
                <a16:creationId xmlns:a16="http://schemas.microsoft.com/office/drawing/2014/main" id="{F9CC7FCF-7441-6118-F801-2B505CE9B45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229475" y="125413"/>
            <a:ext cx="1771650" cy="63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45" r:id="rId4"/>
    <p:sldLayoutId id="2147483746" r:id="rId5"/>
    <p:sldLayoutId id="2147483747" r:id="rId6"/>
    <p:sldLayoutId id="2147483748" r:id="rId7"/>
    <p:sldLayoutId id="2147483752" r:id="rId8"/>
  </p:sldLayoutIdLst>
  <p:hf hdr="0"/>
  <p:txStyles>
    <p:titleStyle>
      <a:lvl1pPr algn="l" defTabSz="685800" rtl="0" eaLnBrk="0" fontAlgn="base" hangingPunct="0">
        <a:lnSpc>
          <a:spcPct val="90000"/>
        </a:lnSpc>
        <a:spcBef>
          <a:spcPct val="0"/>
        </a:spcBef>
        <a:spcAft>
          <a:spcPct val="0"/>
        </a:spcAft>
        <a:defRPr lang="en-US" sz="2100" b="1" kern="1200">
          <a:solidFill>
            <a:srgbClr val="C00000"/>
          </a:solidFill>
          <a:latin typeface="+mj-lt"/>
          <a:ea typeface="+mj-ea"/>
          <a:cs typeface="+mj-cs"/>
        </a:defRPr>
      </a:lvl1pPr>
      <a:lvl2pPr algn="l" defTabSz="685800" rtl="0" eaLnBrk="0" fontAlgn="base" hangingPunct="0">
        <a:lnSpc>
          <a:spcPct val="90000"/>
        </a:lnSpc>
        <a:spcBef>
          <a:spcPct val="0"/>
        </a:spcBef>
        <a:spcAft>
          <a:spcPct val="0"/>
        </a:spcAft>
        <a:defRPr sz="2100" b="1">
          <a:solidFill>
            <a:srgbClr val="C00000"/>
          </a:solidFill>
          <a:latin typeface="Calibri" panose="020F0502020204030204" pitchFamily="34" charset="0"/>
        </a:defRPr>
      </a:lvl2pPr>
      <a:lvl3pPr algn="l" defTabSz="685800" rtl="0" eaLnBrk="0" fontAlgn="base" hangingPunct="0">
        <a:lnSpc>
          <a:spcPct val="90000"/>
        </a:lnSpc>
        <a:spcBef>
          <a:spcPct val="0"/>
        </a:spcBef>
        <a:spcAft>
          <a:spcPct val="0"/>
        </a:spcAft>
        <a:defRPr sz="2100" b="1">
          <a:solidFill>
            <a:srgbClr val="C00000"/>
          </a:solidFill>
          <a:latin typeface="Calibri" panose="020F0502020204030204" pitchFamily="34" charset="0"/>
        </a:defRPr>
      </a:lvl3pPr>
      <a:lvl4pPr algn="l" defTabSz="685800" rtl="0" eaLnBrk="0" fontAlgn="base" hangingPunct="0">
        <a:lnSpc>
          <a:spcPct val="90000"/>
        </a:lnSpc>
        <a:spcBef>
          <a:spcPct val="0"/>
        </a:spcBef>
        <a:spcAft>
          <a:spcPct val="0"/>
        </a:spcAft>
        <a:defRPr sz="2100" b="1">
          <a:solidFill>
            <a:srgbClr val="C00000"/>
          </a:solidFill>
          <a:latin typeface="Calibri" panose="020F0502020204030204" pitchFamily="34" charset="0"/>
        </a:defRPr>
      </a:lvl4pPr>
      <a:lvl5pPr algn="l" defTabSz="685800" rtl="0" eaLnBrk="0" fontAlgn="base" hangingPunct="0">
        <a:lnSpc>
          <a:spcPct val="90000"/>
        </a:lnSpc>
        <a:spcBef>
          <a:spcPct val="0"/>
        </a:spcBef>
        <a:spcAft>
          <a:spcPct val="0"/>
        </a:spcAft>
        <a:defRPr sz="2100" b="1">
          <a:solidFill>
            <a:srgbClr val="C00000"/>
          </a:solidFill>
          <a:latin typeface="Calibri" panose="020F0502020204030204" pitchFamily="34" charset="0"/>
        </a:defRPr>
      </a:lvl5pPr>
      <a:lvl6pPr marL="457200" algn="l" defTabSz="685800" rtl="0" fontAlgn="base">
        <a:lnSpc>
          <a:spcPct val="90000"/>
        </a:lnSpc>
        <a:spcBef>
          <a:spcPct val="0"/>
        </a:spcBef>
        <a:spcAft>
          <a:spcPct val="0"/>
        </a:spcAft>
        <a:defRPr sz="2100" b="1">
          <a:solidFill>
            <a:srgbClr val="C00000"/>
          </a:solidFill>
          <a:latin typeface="Calibri" panose="020F0502020204030204" pitchFamily="34" charset="0"/>
        </a:defRPr>
      </a:lvl6pPr>
      <a:lvl7pPr marL="914400" algn="l" defTabSz="685800" rtl="0" fontAlgn="base">
        <a:lnSpc>
          <a:spcPct val="90000"/>
        </a:lnSpc>
        <a:spcBef>
          <a:spcPct val="0"/>
        </a:spcBef>
        <a:spcAft>
          <a:spcPct val="0"/>
        </a:spcAft>
        <a:defRPr sz="2100" b="1">
          <a:solidFill>
            <a:srgbClr val="C00000"/>
          </a:solidFill>
          <a:latin typeface="Calibri" panose="020F0502020204030204" pitchFamily="34" charset="0"/>
        </a:defRPr>
      </a:lvl7pPr>
      <a:lvl8pPr marL="1371600" algn="l" defTabSz="685800" rtl="0" fontAlgn="base">
        <a:lnSpc>
          <a:spcPct val="90000"/>
        </a:lnSpc>
        <a:spcBef>
          <a:spcPct val="0"/>
        </a:spcBef>
        <a:spcAft>
          <a:spcPct val="0"/>
        </a:spcAft>
        <a:defRPr sz="2100" b="1">
          <a:solidFill>
            <a:srgbClr val="C00000"/>
          </a:solidFill>
          <a:latin typeface="Calibri" panose="020F0502020204030204" pitchFamily="34" charset="0"/>
        </a:defRPr>
      </a:lvl8pPr>
      <a:lvl9pPr marL="1828800" algn="l" defTabSz="685800" rtl="0" fontAlgn="base">
        <a:lnSpc>
          <a:spcPct val="90000"/>
        </a:lnSpc>
        <a:spcBef>
          <a:spcPct val="0"/>
        </a:spcBef>
        <a:spcAft>
          <a:spcPct val="0"/>
        </a:spcAft>
        <a:defRPr sz="2100" b="1">
          <a:solidFill>
            <a:srgbClr val="C00000"/>
          </a:solidFill>
          <a:latin typeface="Calibri" panose="020F0502020204030204" pitchFamily="34" charset="0"/>
        </a:defRPr>
      </a:lvl9pPr>
    </p:titleStyle>
    <p:bodyStyle>
      <a:lvl1pPr marL="171450" indent="-171450" algn="l" defTabSz="685800" rtl="0" eaLnBrk="0" fontAlgn="base" hangingPunct="0">
        <a:lnSpc>
          <a:spcPct val="120000"/>
        </a:lnSpc>
        <a:spcBef>
          <a:spcPts val="750"/>
        </a:spcBef>
        <a:spcAft>
          <a:spcPct val="0"/>
        </a:spcAft>
        <a:buFont typeface="Arial" panose="020B0604020202020204" pitchFamily="34" charset="0"/>
        <a:buChar char="•"/>
        <a:defRPr sz="3200" kern="1200">
          <a:solidFill>
            <a:schemeClr val="tx1"/>
          </a:solidFill>
          <a:latin typeface="+mn-lt"/>
          <a:ea typeface="+mn-ea"/>
          <a:cs typeface="+mn-cs"/>
        </a:defRPr>
      </a:lvl1pPr>
      <a:lvl2pPr marL="514350" indent="-171450" algn="l" defTabSz="685800" rtl="0" eaLnBrk="0" fontAlgn="base" hangingPunct="0">
        <a:lnSpc>
          <a:spcPct val="120000"/>
        </a:lnSpc>
        <a:spcBef>
          <a:spcPts val="375"/>
        </a:spcBef>
        <a:spcAft>
          <a:spcPct val="0"/>
        </a:spcAft>
        <a:buFont typeface="Arial" panose="020B0604020202020204" pitchFamily="34" charset="0"/>
        <a:buChar char="•"/>
        <a:defRPr sz="1400" kern="1200">
          <a:solidFill>
            <a:schemeClr val="tx1"/>
          </a:solidFill>
          <a:latin typeface="+mn-lt"/>
          <a:ea typeface="+mn-ea"/>
          <a:cs typeface="+mn-cs"/>
        </a:defRPr>
      </a:lvl2pPr>
      <a:lvl3pPr marL="857250" indent="-171450" algn="l" defTabSz="685800" rtl="0" eaLnBrk="0" fontAlgn="base" hangingPunct="0">
        <a:lnSpc>
          <a:spcPct val="120000"/>
        </a:lnSpc>
        <a:spcBef>
          <a:spcPts val="375"/>
        </a:spcBef>
        <a:spcAft>
          <a:spcPct val="0"/>
        </a:spcAft>
        <a:buFont typeface="Arial" panose="020B0604020202020204" pitchFamily="34" charset="0"/>
        <a:buChar char="•"/>
        <a:defRPr sz="1200" kern="1200">
          <a:solidFill>
            <a:schemeClr val="tx1"/>
          </a:solidFill>
          <a:latin typeface="+mn-lt"/>
          <a:ea typeface="+mn-ea"/>
          <a:cs typeface="+mn-cs"/>
        </a:defRPr>
      </a:lvl3pPr>
      <a:lvl4pPr marL="1200150" indent="-171450" algn="l" defTabSz="685800" rtl="0" eaLnBrk="0" fontAlgn="base" hangingPunct="0">
        <a:lnSpc>
          <a:spcPct val="120000"/>
        </a:lnSpc>
        <a:spcBef>
          <a:spcPts val="375"/>
        </a:spcBef>
        <a:spcAft>
          <a:spcPct val="0"/>
        </a:spcAft>
        <a:buFont typeface="Arial" panose="020B0604020202020204" pitchFamily="34" charset="0"/>
        <a:buChar char="•"/>
        <a:defRPr sz="1100" kern="1200">
          <a:solidFill>
            <a:schemeClr val="tx1"/>
          </a:solidFill>
          <a:latin typeface="+mn-lt"/>
          <a:ea typeface="+mn-ea"/>
          <a:cs typeface="+mn-cs"/>
        </a:defRPr>
      </a:lvl4pPr>
      <a:lvl5pPr marL="1543050" indent="-171450" algn="l" defTabSz="685800" rtl="0" eaLnBrk="0" fontAlgn="base" hangingPunct="0">
        <a:lnSpc>
          <a:spcPct val="120000"/>
        </a:lnSpc>
        <a:spcBef>
          <a:spcPts val="375"/>
        </a:spcBef>
        <a:spcAft>
          <a:spcPct val="0"/>
        </a:spcAft>
        <a:buFont typeface="Arial" panose="020B0604020202020204" pitchFamily="34" charset="0"/>
        <a:buChar char="•"/>
        <a:defRPr sz="10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00DE72D-954A-70B6-CD18-B95CE0157AAC}"/>
              </a:ext>
            </a:extLst>
          </p:cNvPr>
          <p:cNvSpPr txBox="1"/>
          <p:nvPr/>
        </p:nvSpPr>
        <p:spPr>
          <a:xfrm>
            <a:off x="96253" y="5024120"/>
            <a:ext cx="8935452" cy="1468120"/>
          </a:xfrm>
          <a:prstGeom prst="rect">
            <a:avLst/>
          </a:prstGeom>
        </p:spPr>
        <p:txBody>
          <a:bodyPr/>
          <a:lstStyle/>
          <a:p>
            <a:pPr algn="ctr" defTabSz="685800" eaLnBrk="1" fontAlgn="auto" hangingPunct="1">
              <a:lnSpc>
                <a:spcPct val="90000"/>
              </a:lnSpc>
              <a:spcAft>
                <a:spcPts val="0"/>
              </a:spcAft>
              <a:defRPr/>
            </a:pPr>
            <a:r>
              <a:rPr lang="en-US" altLang="en-US" sz="2400" b="1">
                <a:solidFill>
                  <a:srgbClr val="00B0F0"/>
                </a:solidFill>
                <a:latin typeface="Times New Roman" panose="02020603050405020304" pitchFamily="18" charset="0"/>
                <a:ea typeface="+mj-ea"/>
                <a:cs typeface="+mj-cs"/>
              </a:rPr>
              <a:t>  Department of Computer Science Engineering (Cyber Security)</a:t>
            </a:r>
            <a:br>
              <a:rPr lang="en-US" altLang="en-US" sz="2000" b="1">
                <a:solidFill>
                  <a:srgbClr val="00B0F0"/>
                </a:solidFill>
                <a:latin typeface="Times New Roman" panose="02020603050405020304" pitchFamily="18" charset="0"/>
                <a:ea typeface="+mj-ea"/>
                <a:cs typeface="+mj-cs"/>
              </a:rPr>
            </a:br>
            <a:r>
              <a:rPr lang="en-US" altLang="en-US" sz="2000" b="1">
                <a:solidFill>
                  <a:srgbClr val="00B0F0"/>
                </a:solidFill>
                <a:latin typeface="Times New Roman" panose="02020603050405020304" pitchFamily="18" charset="0"/>
                <a:ea typeface="+mj-ea"/>
                <a:cs typeface="+mj-cs"/>
              </a:rPr>
              <a:t>       </a:t>
            </a:r>
            <a:r>
              <a:rPr lang="en-US" altLang="en-US" sz="2400" b="1">
                <a:solidFill>
                  <a:srgbClr val="00B0F0"/>
                </a:solidFill>
                <a:latin typeface="Times New Roman" panose="02020603050405020304" pitchFamily="18" charset="0"/>
                <a:ea typeface="+mj-ea"/>
                <a:cs typeface="+mj-cs"/>
              </a:rPr>
              <a:t>   S V COLLEGE OF ENGINEERING</a:t>
            </a:r>
            <a:endParaRPr lang="en-US" altLang="en-US" sz="2000" b="1">
              <a:solidFill>
                <a:srgbClr val="00B0F0"/>
              </a:solidFill>
              <a:latin typeface="Times New Roman" panose="02020603050405020304" pitchFamily="18" charset="0"/>
              <a:ea typeface="+mj-ea"/>
              <a:cs typeface="+mj-cs"/>
            </a:endParaRPr>
          </a:p>
          <a:p>
            <a:pPr algn="ctr" defTabSz="685800" eaLnBrk="1" fontAlgn="auto" hangingPunct="1">
              <a:lnSpc>
                <a:spcPct val="90000"/>
              </a:lnSpc>
              <a:spcAft>
                <a:spcPts val="0"/>
              </a:spcAft>
              <a:defRPr/>
            </a:pPr>
            <a:r>
              <a:rPr lang="en-US" altLang="en-US" sz="2000" b="1">
                <a:solidFill>
                  <a:srgbClr val="00B0F0"/>
                </a:solidFill>
                <a:latin typeface="Times New Roman" panose="02020603050405020304" pitchFamily="18" charset="0"/>
                <a:ea typeface="+mj-ea"/>
                <a:cs typeface="+mj-cs"/>
              </a:rPr>
              <a:t>(Autonomous)  </a:t>
            </a:r>
          </a:p>
          <a:p>
            <a:pPr algn="ctr" defTabSz="685800" eaLnBrk="1" fontAlgn="auto" hangingPunct="1">
              <a:lnSpc>
                <a:spcPct val="90000"/>
              </a:lnSpc>
              <a:spcAft>
                <a:spcPts val="0"/>
              </a:spcAft>
              <a:defRPr/>
            </a:pPr>
            <a:r>
              <a:rPr lang="en-US" altLang="en-US" sz="2000" b="1">
                <a:solidFill>
                  <a:srgbClr val="00B0F0"/>
                </a:solidFill>
                <a:latin typeface="Times New Roman" panose="02020603050405020304" pitchFamily="18" charset="0"/>
                <a:ea typeface="+mj-ea"/>
                <a:cs typeface="+mj-cs"/>
              </a:rPr>
              <a:t>            </a:t>
            </a:r>
            <a:r>
              <a:rPr lang="en-US" altLang="en-US" sz="2000" b="1" err="1">
                <a:solidFill>
                  <a:srgbClr val="00B0F0"/>
                </a:solidFill>
                <a:latin typeface="Times New Roman" panose="02020603050405020304" pitchFamily="18" charset="0"/>
                <a:ea typeface="+mj-ea"/>
                <a:cs typeface="+mj-cs"/>
              </a:rPr>
              <a:t>Karakambadi</a:t>
            </a:r>
            <a:r>
              <a:rPr lang="en-US" altLang="en-US" sz="2000" b="1">
                <a:solidFill>
                  <a:srgbClr val="00B0F0"/>
                </a:solidFill>
                <a:latin typeface="Times New Roman" panose="02020603050405020304" pitchFamily="18" charset="0"/>
                <a:ea typeface="+mj-ea"/>
                <a:cs typeface="+mj-cs"/>
              </a:rPr>
              <a:t> Road, Opp. LIC Training Center</a:t>
            </a:r>
            <a:br>
              <a:rPr lang="en-US" altLang="en-US" sz="2000" b="1">
                <a:solidFill>
                  <a:srgbClr val="00B0F0"/>
                </a:solidFill>
                <a:latin typeface="Times New Roman" panose="02020603050405020304" pitchFamily="18" charset="0"/>
                <a:ea typeface="+mj-ea"/>
                <a:cs typeface="+mj-cs"/>
              </a:rPr>
            </a:br>
            <a:r>
              <a:rPr lang="en-US" altLang="en-US" sz="2000" b="1">
                <a:solidFill>
                  <a:srgbClr val="00B0F0"/>
                </a:solidFill>
                <a:latin typeface="Times New Roman" panose="02020603050405020304" pitchFamily="18" charset="0"/>
                <a:ea typeface="+mj-ea"/>
                <a:cs typeface="+mj-cs"/>
              </a:rPr>
              <a:t>   Tirupati-517507</a:t>
            </a:r>
            <a:br>
              <a:rPr lang="en-US" altLang="en-US" sz="2800" b="1">
                <a:solidFill>
                  <a:srgbClr val="C00000"/>
                </a:solidFill>
                <a:latin typeface="Times New Roman" panose="02020603050405020304" pitchFamily="18" charset="0"/>
                <a:ea typeface="+mj-ea"/>
                <a:cs typeface="Times New Roman" panose="02020603050405020304" pitchFamily="18" charset="0"/>
              </a:rPr>
            </a:br>
            <a:endParaRPr lang="en-US" sz="2800" b="1">
              <a:solidFill>
                <a:srgbClr val="C00000"/>
              </a:solidFill>
              <a:latin typeface="Times New Roman" pitchFamily="18" charset="0"/>
              <a:ea typeface="+mj-ea"/>
              <a:cs typeface="+mj-cs"/>
            </a:endParaRPr>
          </a:p>
        </p:txBody>
      </p:sp>
      <p:sp>
        <p:nvSpPr>
          <p:cNvPr id="7171" name="TextBox 5">
            <a:extLst>
              <a:ext uri="{FF2B5EF4-FFF2-40B4-BE49-F238E27FC236}">
                <a16:creationId xmlns:a16="http://schemas.microsoft.com/office/drawing/2014/main" id="{9A01B6E0-39D2-F660-2552-546BD7A59B21}"/>
              </a:ext>
            </a:extLst>
          </p:cNvPr>
          <p:cNvSpPr txBox="1">
            <a:spLocks noChangeArrowheads="1"/>
          </p:cNvSpPr>
          <p:nvPr/>
        </p:nvSpPr>
        <p:spPr bwMode="auto">
          <a:xfrm>
            <a:off x="1565908" y="4050631"/>
            <a:ext cx="6012179" cy="767390"/>
          </a:xfrm>
          <a:custGeom>
            <a:avLst/>
            <a:gdLst>
              <a:gd name="connsiteX0" fmla="*/ 0 w 6012179"/>
              <a:gd name="connsiteY0" fmla="*/ 0 h 767390"/>
              <a:gd name="connsiteX1" fmla="*/ 6012179 w 6012179"/>
              <a:gd name="connsiteY1" fmla="*/ 0 h 767390"/>
              <a:gd name="connsiteX2" fmla="*/ 6012179 w 6012179"/>
              <a:gd name="connsiteY2" fmla="*/ 767390 h 767390"/>
              <a:gd name="connsiteX3" fmla="*/ 0 w 6012179"/>
              <a:gd name="connsiteY3" fmla="*/ 767390 h 767390"/>
              <a:gd name="connsiteX4" fmla="*/ 0 w 6012179"/>
              <a:gd name="connsiteY4" fmla="*/ 0 h 767390"/>
              <a:gd name="connsiteX0" fmla="*/ 0 w 6012179"/>
              <a:gd name="connsiteY0" fmla="*/ 0 h 1110290"/>
              <a:gd name="connsiteX1" fmla="*/ 6012179 w 6012179"/>
              <a:gd name="connsiteY1" fmla="*/ 0 h 1110290"/>
              <a:gd name="connsiteX2" fmla="*/ 6012179 w 6012179"/>
              <a:gd name="connsiteY2" fmla="*/ 1110290 h 1110290"/>
              <a:gd name="connsiteX3" fmla="*/ 0 w 6012179"/>
              <a:gd name="connsiteY3" fmla="*/ 767390 h 1110290"/>
              <a:gd name="connsiteX4" fmla="*/ 0 w 6012179"/>
              <a:gd name="connsiteY4" fmla="*/ 0 h 1110290"/>
              <a:gd name="connsiteX0" fmla="*/ 0 w 6012179"/>
              <a:gd name="connsiteY0" fmla="*/ 0 h 1121720"/>
              <a:gd name="connsiteX1" fmla="*/ 6012179 w 6012179"/>
              <a:gd name="connsiteY1" fmla="*/ 0 h 1121720"/>
              <a:gd name="connsiteX2" fmla="*/ 6012179 w 6012179"/>
              <a:gd name="connsiteY2" fmla="*/ 1110290 h 1121720"/>
              <a:gd name="connsiteX3" fmla="*/ 22860 w 6012179"/>
              <a:gd name="connsiteY3" fmla="*/ 1121720 h 1121720"/>
              <a:gd name="connsiteX4" fmla="*/ 0 w 6012179"/>
              <a:gd name="connsiteY4" fmla="*/ 0 h 1121720"/>
              <a:gd name="connsiteX0" fmla="*/ 0 w 6012179"/>
              <a:gd name="connsiteY0" fmla="*/ 0 h 1144580"/>
              <a:gd name="connsiteX1" fmla="*/ 6012179 w 6012179"/>
              <a:gd name="connsiteY1" fmla="*/ 0 h 1144580"/>
              <a:gd name="connsiteX2" fmla="*/ 6012179 w 6012179"/>
              <a:gd name="connsiteY2" fmla="*/ 1110290 h 1144580"/>
              <a:gd name="connsiteX3" fmla="*/ 34290 w 6012179"/>
              <a:gd name="connsiteY3" fmla="*/ 1144580 h 1144580"/>
              <a:gd name="connsiteX4" fmla="*/ 0 w 6012179"/>
              <a:gd name="connsiteY4" fmla="*/ 0 h 1144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12179" h="1144580">
                <a:moveTo>
                  <a:pt x="0" y="0"/>
                </a:moveTo>
                <a:lnTo>
                  <a:pt x="6012179" y="0"/>
                </a:lnTo>
                <a:lnTo>
                  <a:pt x="6012179" y="1110290"/>
                </a:lnTo>
                <a:lnTo>
                  <a:pt x="34290" y="114458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1450" indent="-171450" defTabSz="685800">
              <a:defRPr>
                <a:solidFill>
                  <a:schemeClr val="tx1"/>
                </a:solidFill>
                <a:latin typeface="Calibri" panose="020F0502020204030204" pitchFamily="34" charset="0"/>
              </a:defRPr>
            </a:lvl1pPr>
            <a:lvl2pPr marL="742950" indent="-285750" defTabSz="685800">
              <a:defRPr>
                <a:solidFill>
                  <a:schemeClr val="tx1"/>
                </a:solidFill>
                <a:latin typeface="Calibri" panose="020F0502020204030204" pitchFamily="34" charset="0"/>
              </a:defRPr>
            </a:lvl2pPr>
            <a:lvl3pPr marL="1143000" indent="-228600" defTabSz="685800">
              <a:defRPr>
                <a:solidFill>
                  <a:schemeClr val="tx1"/>
                </a:solidFill>
                <a:latin typeface="Calibri" panose="020F0502020204030204" pitchFamily="34" charset="0"/>
              </a:defRPr>
            </a:lvl3pPr>
            <a:lvl4pPr marL="1600200" indent="-228600" defTabSz="685800">
              <a:defRPr>
                <a:solidFill>
                  <a:schemeClr val="tx1"/>
                </a:solidFill>
                <a:latin typeface="Calibri" panose="020F0502020204030204" pitchFamily="34" charset="0"/>
              </a:defRPr>
            </a:lvl4pPr>
            <a:lvl5pPr marL="2057400" indent="-228600" defTabSz="685800">
              <a:defRPr>
                <a:solidFill>
                  <a:schemeClr val="tx1"/>
                </a:solidFill>
                <a:latin typeface="Calibri" panose="020F0502020204030204" pitchFamily="34" charset="0"/>
              </a:defRPr>
            </a:lvl5pPr>
            <a:lvl6pPr marL="2514600" indent="-228600" defTabSz="685800" eaLnBrk="0" fontAlgn="base" hangingPunct="0">
              <a:spcBef>
                <a:spcPct val="0"/>
              </a:spcBef>
              <a:spcAft>
                <a:spcPct val="0"/>
              </a:spcAft>
              <a:defRPr>
                <a:solidFill>
                  <a:schemeClr val="tx1"/>
                </a:solidFill>
                <a:latin typeface="Calibri" panose="020F0502020204030204" pitchFamily="34" charset="0"/>
              </a:defRPr>
            </a:lvl6pPr>
            <a:lvl7pPr marL="2971800" indent="-228600" defTabSz="685800" eaLnBrk="0" fontAlgn="base" hangingPunct="0">
              <a:spcBef>
                <a:spcPct val="0"/>
              </a:spcBef>
              <a:spcAft>
                <a:spcPct val="0"/>
              </a:spcAft>
              <a:defRPr>
                <a:solidFill>
                  <a:schemeClr val="tx1"/>
                </a:solidFill>
                <a:latin typeface="Calibri" panose="020F0502020204030204" pitchFamily="34" charset="0"/>
              </a:defRPr>
            </a:lvl7pPr>
            <a:lvl8pPr marL="3429000" indent="-228600" defTabSz="685800" eaLnBrk="0" fontAlgn="base" hangingPunct="0">
              <a:spcBef>
                <a:spcPct val="0"/>
              </a:spcBef>
              <a:spcAft>
                <a:spcPct val="0"/>
              </a:spcAft>
              <a:defRPr>
                <a:solidFill>
                  <a:schemeClr val="tx1"/>
                </a:solidFill>
                <a:latin typeface="Calibri" panose="020F0502020204030204" pitchFamily="34" charset="0"/>
              </a:defRPr>
            </a:lvl8pPr>
            <a:lvl9pPr marL="3886200" indent="-228600" defTabSz="6858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120000"/>
              </a:lnSpc>
              <a:spcBef>
                <a:spcPts val="750"/>
              </a:spcBef>
            </a:pPr>
            <a:r>
              <a:rPr lang="en-US" altLang="en-US" sz="1600" b="1">
                <a:solidFill>
                  <a:srgbClr val="00B050"/>
                </a:solidFill>
                <a:latin typeface="Times New Roman" panose="02020603050405020304" pitchFamily="18" charset="0"/>
              </a:rPr>
              <a:t>Under </a:t>
            </a:r>
            <a:r>
              <a:rPr lang="en-US" altLang="en-US" sz="1600" b="1" dirty="0">
                <a:solidFill>
                  <a:srgbClr val="00B050"/>
                </a:solidFill>
                <a:latin typeface="Times New Roman" panose="02020603050405020304" pitchFamily="18" charset="0"/>
              </a:rPr>
              <a:t>the guidance</a:t>
            </a:r>
            <a:r>
              <a:rPr lang="en-US" altLang="en-US" sz="1600" b="1">
                <a:solidFill>
                  <a:srgbClr val="00B050"/>
                </a:solidFill>
                <a:latin typeface="Times New Roman" panose="02020603050405020304" pitchFamily="18" charset="0"/>
              </a:rPr>
              <a:t> of </a:t>
            </a:r>
          </a:p>
          <a:p>
            <a:pPr algn="ctr" eaLnBrk="1" hangingPunct="1">
              <a:spcBef>
                <a:spcPts val="750"/>
              </a:spcBef>
            </a:pPr>
            <a:r>
              <a:rPr lang="en-IN" altLang="en-US" b="1">
                <a:solidFill>
                  <a:srgbClr val="00B050"/>
                </a:solidFill>
                <a:latin typeface="Times New Roman" panose="02020603050405020304" pitchFamily="18" charset="0"/>
                <a:cs typeface="Times New Roman" panose="02020603050405020304" pitchFamily="18" charset="0"/>
              </a:rPr>
              <a:t>Mr. K Nagendra Rao, Assistant Professor, Dept of CSC</a:t>
            </a:r>
            <a:endParaRPr lang="en-GB" altLang="en-US" b="1">
              <a:solidFill>
                <a:srgbClr val="00B050"/>
              </a:solidFill>
              <a:latin typeface="Times New Roman" panose="02020603050405020304" pitchFamily="18" charset="0"/>
              <a:cs typeface="Times New Roman" panose="02020603050405020304" pitchFamily="18" charset="0"/>
            </a:endParaRPr>
          </a:p>
        </p:txBody>
      </p:sp>
      <p:sp>
        <p:nvSpPr>
          <p:cNvPr id="8196" name="TextBox 5">
            <a:extLst>
              <a:ext uri="{FF2B5EF4-FFF2-40B4-BE49-F238E27FC236}">
                <a16:creationId xmlns:a16="http://schemas.microsoft.com/office/drawing/2014/main" id="{987FB06C-C8A1-07D2-9E65-0C718003691B}"/>
              </a:ext>
            </a:extLst>
          </p:cNvPr>
          <p:cNvSpPr txBox="1">
            <a:spLocks noChangeArrowheads="1"/>
          </p:cNvSpPr>
          <p:nvPr/>
        </p:nvSpPr>
        <p:spPr bwMode="auto">
          <a:xfrm>
            <a:off x="1167290" y="1833880"/>
            <a:ext cx="6515099" cy="2446824"/>
          </a:xfrm>
          <a:custGeom>
            <a:avLst/>
            <a:gdLst>
              <a:gd name="connsiteX0" fmla="*/ 0 w 6480809"/>
              <a:gd name="connsiteY0" fmla="*/ 0 h 2446824"/>
              <a:gd name="connsiteX1" fmla="*/ 6480809 w 6480809"/>
              <a:gd name="connsiteY1" fmla="*/ 0 h 2446824"/>
              <a:gd name="connsiteX2" fmla="*/ 6480809 w 6480809"/>
              <a:gd name="connsiteY2" fmla="*/ 2446824 h 2446824"/>
              <a:gd name="connsiteX3" fmla="*/ 0 w 6480809"/>
              <a:gd name="connsiteY3" fmla="*/ 2446824 h 2446824"/>
              <a:gd name="connsiteX4" fmla="*/ 0 w 6480809"/>
              <a:gd name="connsiteY4" fmla="*/ 0 h 2446824"/>
              <a:gd name="connsiteX0" fmla="*/ 0 w 6480809"/>
              <a:gd name="connsiteY0" fmla="*/ 0 h 2446824"/>
              <a:gd name="connsiteX1" fmla="*/ 6480809 w 6480809"/>
              <a:gd name="connsiteY1" fmla="*/ 0 h 2446824"/>
              <a:gd name="connsiteX2" fmla="*/ 6469379 w 6480809"/>
              <a:gd name="connsiteY2" fmla="*/ 2012484 h 2446824"/>
              <a:gd name="connsiteX3" fmla="*/ 0 w 6480809"/>
              <a:gd name="connsiteY3" fmla="*/ 2446824 h 2446824"/>
              <a:gd name="connsiteX4" fmla="*/ 0 w 6480809"/>
              <a:gd name="connsiteY4" fmla="*/ 0 h 2446824"/>
              <a:gd name="connsiteX0" fmla="*/ 34290 w 6515099"/>
              <a:gd name="connsiteY0" fmla="*/ 0 h 2058204"/>
              <a:gd name="connsiteX1" fmla="*/ 6515099 w 6515099"/>
              <a:gd name="connsiteY1" fmla="*/ 0 h 2058204"/>
              <a:gd name="connsiteX2" fmla="*/ 6503669 w 6515099"/>
              <a:gd name="connsiteY2" fmla="*/ 2012484 h 2058204"/>
              <a:gd name="connsiteX3" fmla="*/ 0 w 6515099"/>
              <a:gd name="connsiteY3" fmla="*/ 2058204 h 2058204"/>
              <a:gd name="connsiteX4" fmla="*/ 34290 w 6515099"/>
              <a:gd name="connsiteY4" fmla="*/ 0 h 2058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5099" h="2058204">
                <a:moveTo>
                  <a:pt x="34290" y="0"/>
                </a:moveTo>
                <a:lnTo>
                  <a:pt x="6515099" y="0"/>
                </a:lnTo>
                <a:lnTo>
                  <a:pt x="6503669" y="2012484"/>
                </a:lnTo>
                <a:lnTo>
                  <a:pt x="0" y="2058204"/>
                </a:lnTo>
                <a:lnTo>
                  <a:pt x="34290" y="0"/>
                </a:lnTo>
                <a:close/>
              </a:path>
            </a:pathLst>
          </a:custGeom>
          <a:noFill/>
          <a:ln w="9525">
            <a:noFill/>
            <a:miter lim="800000"/>
            <a:headEnd/>
            <a:tailEnd/>
          </a:ln>
        </p:spPr>
        <p:txBody>
          <a:bodyPr wrap="square">
            <a:spAutoFit/>
          </a:bodyPr>
          <a:lstStyle/>
          <a:p>
            <a:pPr algn="ctr" eaLnBrk="1" hangingPunct="1">
              <a:lnSpc>
                <a:spcPct val="150000"/>
              </a:lnSpc>
              <a:spcBef>
                <a:spcPct val="20000"/>
              </a:spcBef>
              <a:defRPr/>
            </a:pPr>
            <a:r>
              <a:rPr lang="en-IN" altLang="en-GB" dirty="0">
                <a:solidFill>
                  <a:srgbClr val="C00000"/>
                </a:solidFill>
                <a:latin typeface="Times New Roman" panose="02020603050405020304" pitchFamily="18" charset="0"/>
                <a:ea typeface="Calibri" pitchFamily="34" charset="0"/>
                <a:cs typeface="Times New Roman" panose="02020603050405020304" pitchFamily="18" charset="0"/>
              </a:rPr>
              <a:t>Presented By</a:t>
            </a:r>
          </a:p>
          <a:p>
            <a:pPr>
              <a:lnSpc>
                <a:spcPct val="150000"/>
              </a:lnSpc>
              <a:defRPr/>
            </a:pPr>
            <a:r>
              <a:rPr lang="en-US" b="1" dirty="0">
                <a:solidFill>
                  <a:schemeClr val="accent1">
                    <a:lumMod val="75000"/>
                  </a:schemeClr>
                </a:solidFill>
                <a:latin typeface="Times New Roman" panose="02020603050405020304" pitchFamily="18" charset="0"/>
                <a:cs typeface="Times New Roman" panose="02020603050405020304" pitchFamily="18" charset="0"/>
              </a:rPr>
              <a:t>YERRAPPAGARI HEMA SREE         	 (22BFA37070)</a:t>
            </a:r>
          </a:p>
          <a:p>
            <a:pPr>
              <a:lnSpc>
                <a:spcPct val="150000"/>
              </a:lnSpc>
              <a:defRPr/>
            </a:pPr>
            <a:r>
              <a:rPr lang="en-US" b="1" dirty="0">
                <a:solidFill>
                  <a:schemeClr val="accent1">
                    <a:lumMod val="75000"/>
                  </a:schemeClr>
                </a:solidFill>
                <a:latin typeface="Times New Roman" panose="02020603050405020304" pitchFamily="18" charset="0"/>
                <a:cs typeface="Times New Roman" panose="02020603050405020304" pitchFamily="18" charset="0"/>
              </a:rPr>
              <a:t>GURRAMKONDA UMAR SHAROOK             (22BFA37046)         </a:t>
            </a:r>
          </a:p>
          <a:p>
            <a:pPr>
              <a:lnSpc>
                <a:spcPct val="150000"/>
              </a:lnSpc>
              <a:defRPr/>
            </a:pPr>
            <a:r>
              <a:rPr lang="en-US" b="1" dirty="0">
                <a:solidFill>
                  <a:schemeClr val="accent1">
                    <a:lumMod val="75000"/>
                  </a:schemeClr>
                </a:solidFill>
                <a:latin typeface="Times New Roman" panose="02020603050405020304" pitchFamily="18" charset="0"/>
                <a:cs typeface="Times New Roman" panose="02020603050405020304" pitchFamily="18" charset="0"/>
              </a:rPr>
              <a:t>MADDILETI HARI PRASAD             	 (22BFA37059)</a:t>
            </a:r>
            <a:br>
              <a:rPr lang="en-US" b="1" dirty="0">
                <a:solidFill>
                  <a:schemeClr val="accent1">
                    <a:lumMod val="75000"/>
                  </a:schemeClr>
                </a:solidFill>
                <a:latin typeface="Times New Roman" panose="02020603050405020304" pitchFamily="18" charset="0"/>
                <a:cs typeface="Times New Roman" panose="02020603050405020304" pitchFamily="18" charset="0"/>
              </a:rPr>
            </a:br>
            <a:r>
              <a:rPr lang="en-US" b="1" dirty="0">
                <a:solidFill>
                  <a:schemeClr val="accent1">
                    <a:lumMod val="75000"/>
                  </a:schemeClr>
                </a:solidFill>
                <a:latin typeface="Times New Roman" panose="02020603050405020304" pitchFamily="18" charset="0"/>
                <a:cs typeface="Times New Roman" panose="02020603050405020304" pitchFamily="18" charset="0"/>
              </a:rPr>
              <a:t>NARA MANOJ KUMAR               		 (22BFA37065)</a:t>
            </a:r>
          </a:p>
          <a:p>
            <a:pPr>
              <a:defRPr/>
            </a:pPr>
            <a:r>
              <a:rPr lang="en-US" dirty="0">
                <a:solidFill>
                  <a:srgbClr val="000000"/>
                </a:solidFill>
                <a:latin typeface="Times New Roman" pitchFamily="18" charset="0"/>
              </a:rPr>
              <a:t> </a:t>
            </a:r>
            <a:endParaRPr lang="en-US" dirty="0">
              <a:latin typeface="Times New Roman" pitchFamily="18" charset="0"/>
            </a:endParaRPr>
          </a:p>
        </p:txBody>
      </p:sp>
      <p:sp>
        <p:nvSpPr>
          <p:cNvPr id="7173" name="Rectangle 8">
            <a:extLst>
              <a:ext uri="{FF2B5EF4-FFF2-40B4-BE49-F238E27FC236}">
                <a16:creationId xmlns:a16="http://schemas.microsoft.com/office/drawing/2014/main" id="{728D89F8-D3DC-64BD-B3AE-3E3B36896658}"/>
              </a:ext>
            </a:extLst>
          </p:cNvPr>
          <p:cNvSpPr>
            <a:spLocks noChangeArrowheads="1"/>
          </p:cNvSpPr>
          <p:nvPr/>
        </p:nvSpPr>
        <p:spPr bwMode="auto">
          <a:xfrm>
            <a:off x="528639" y="895062"/>
            <a:ext cx="7792402" cy="1267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lnSpc>
                <a:spcPct val="115000"/>
              </a:lnSpc>
            </a:pPr>
            <a:r>
              <a:rPr lang="en-US" sz="2400" b="1" dirty="0"/>
              <a:t>Adaptive monitoring for early-stage ransomware detection in Network Traffic Analysis</a:t>
            </a:r>
            <a:endParaRPr lang="en-US" sz="2400" dirty="0"/>
          </a:p>
          <a:p>
            <a:pPr algn="ctr">
              <a:lnSpc>
                <a:spcPct val="115000"/>
              </a:lnSpc>
            </a:pPr>
            <a:endParaRPr lang="en-IN" altLang="en-US" sz="2000" dirty="0">
              <a:solidFill>
                <a:srgbClr val="00B0F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2">
            <a:extLst>
              <a:ext uri="{FF2B5EF4-FFF2-40B4-BE49-F238E27FC236}">
                <a16:creationId xmlns:a16="http://schemas.microsoft.com/office/drawing/2014/main" id="{E3CB3FA5-ED8E-361E-E24E-CFFD9AD4DD78}"/>
              </a:ext>
            </a:extLst>
          </p:cNvPr>
          <p:cNvSpPr>
            <a:spLocks noGrp="1" noChangeArrowheads="1"/>
          </p:cNvSpPr>
          <p:nvPr>
            <p:ph type="title"/>
          </p:nvPr>
        </p:nvSpPr>
        <p:spPr>
          <a:xfrm>
            <a:off x="392113" y="254000"/>
            <a:ext cx="6732587" cy="479425"/>
          </a:xfrm>
        </p:spPr>
        <p:txBody>
          <a:bodyPr>
            <a:noAutofit/>
          </a:bodyPr>
          <a:lstStyle/>
          <a:p>
            <a:pPr eaLnBrk="1" hangingPunct="1">
              <a:defRPr/>
            </a:pPr>
            <a:r>
              <a:rPr lang="en-IN" altLang="en-US" sz="3200">
                <a:effectLst>
                  <a:outerShdw blurRad="38100" dist="38100" dir="2700000" algn="tl">
                    <a:srgbClr val="000000">
                      <a:alpha val="43137"/>
                    </a:srgbClr>
                  </a:outerShdw>
                </a:effectLst>
              </a:rPr>
              <a:t>OUTLINE</a:t>
            </a:r>
          </a:p>
        </p:txBody>
      </p:sp>
      <p:sp>
        <p:nvSpPr>
          <p:cNvPr id="2" name="Rectangle 1">
            <a:extLst>
              <a:ext uri="{FF2B5EF4-FFF2-40B4-BE49-F238E27FC236}">
                <a16:creationId xmlns:a16="http://schemas.microsoft.com/office/drawing/2014/main" id="{089CE280-EFFE-4638-ADB8-6CD79FF1FCF9}"/>
              </a:ext>
            </a:extLst>
          </p:cNvPr>
          <p:cNvSpPr/>
          <p:nvPr/>
        </p:nvSpPr>
        <p:spPr>
          <a:xfrm>
            <a:off x="158750" y="927100"/>
            <a:ext cx="8828088" cy="5668963"/>
          </a:xfrm>
          <a:prstGeom prst="rect">
            <a:avLst/>
          </a:prstGeom>
        </p:spPr>
        <p:txBody>
          <a:bodyPr/>
          <a:lstStyle/>
          <a:p>
            <a:pPr marL="285750" indent="-285750" eaLnBrk="1" fontAlgn="auto" hangingPunct="1">
              <a:lnSpc>
                <a:spcPct val="200000"/>
              </a:lnSpc>
              <a:spcBef>
                <a:spcPts val="0"/>
              </a:spcBef>
              <a:spcAft>
                <a:spcPts val="0"/>
              </a:spcAft>
              <a:buFont typeface="Wingdings" panose="05000000000000000000" pitchFamily="2" charset="2"/>
              <a:buChar char="Ø"/>
              <a:defRPr/>
            </a:pPr>
            <a:r>
              <a:rPr lang="en-US" altLang="en-US" sz="2400" b="1">
                <a:latin typeface="+mn-lt"/>
              </a:rPr>
              <a:t>Abstract</a:t>
            </a:r>
          </a:p>
          <a:p>
            <a:pPr marL="285750" indent="-285750" eaLnBrk="1" fontAlgn="auto" hangingPunct="1">
              <a:lnSpc>
                <a:spcPct val="200000"/>
              </a:lnSpc>
              <a:spcBef>
                <a:spcPts val="0"/>
              </a:spcBef>
              <a:spcAft>
                <a:spcPts val="0"/>
              </a:spcAft>
              <a:buFont typeface="Wingdings" panose="05000000000000000000" pitchFamily="2" charset="2"/>
              <a:buChar char="Ø"/>
              <a:defRPr/>
            </a:pPr>
            <a:r>
              <a:rPr lang="en-US" altLang="en-US" sz="2400" b="1" dirty="0">
                <a:latin typeface="+mn-lt"/>
              </a:rPr>
              <a:t>Problem Statement</a:t>
            </a:r>
          </a:p>
          <a:p>
            <a:pPr marL="285750" indent="-285750" eaLnBrk="1" fontAlgn="auto" hangingPunct="1">
              <a:lnSpc>
                <a:spcPct val="200000"/>
              </a:lnSpc>
              <a:spcBef>
                <a:spcPts val="0"/>
              </a:spcBef>
              <a:spcAft>
                <a:spcPts val="0"/>
              </a:spcAft>
              <a:buFont typeface="Wingdings" panose="05000000000000000000" pitchFamily="2" charset="2"/>
              <a:buChar char="Ø"/>
              <a:defRPr/>
            </a:pPr>
            <a:r>
              <a:rPr lang="en-US" altLang="en-US" sz="2400" b="1">
                <a:latin typeface="+mn-lt"/>
              </a:rPr>
              <a:t>Existing System</a:t>
            </a:r>
          </a:p>
          <a:p>
            <a:pPr marL="285750" indent="-285750" eaLnBrk="1" fontAlgn="auto" hangingPunct="1">
              <a:lnSpc>
                <a:spcPct val="200000"/>
              </a:lnSpc>
              <a:spcBef>
                <a:spcPts val="0"/>
              </a:spcBef>
              <a:spcAft>
                <a:spcPts val="0"/>
              </a:spcAft>
              <a:buFont typeface="Wingdings" panose="05000000000000000000" pitchFamily="2" charset="2"/>
              <a:buChar char="Ø"/>
              <a:defRPr/>
            </a:pPr>
            <a:r>
              <a:rPr lang="en-US" altLang="en-US" sz="2400" b="1" dirty="0">
                <a:latin typeface="+mn-lt"/>
              </a:rPr>
              <a:t>Drawbacks of Existing System </a:t>
            </a:r>
            <a:endParaRPr lang="en-US" altLang="en-US" sz="2400" b="1">
              <a:latin typeface="+mn-lt"/>
            </a:endParaRPr>
          </a:p>
          <a:p>
            <a:pPr marL="285750" indent="-285750" eaLnBrk="1" fontAlgn="auto" hangingPunct="1">
              <a:lnSpc>
                <a:spcPct val="200000"/>
              </a:lnSpc>
              <a:spcBef>
                <a:spcPts val="0"/>
              </a:spcBef>
              <a:spcAft>
                <a:spcPts val="0"/>
              </a:spcAft>
              <a:buFont typeface="Wingdings" panose="05000000000000000000" pitchFamily="2" charset="2"/>
              <a:buChar char="Ø"/>
              <a:defRPr/>
            </a:pPr>
            <a:r>
              <a:rPr lang="en-US" altLang="en-US" sz="2400" b="1">
                <a:latin typeface="+mn-lt"/>
              </a:rPr>
              <a:t>Proposed System</a:t>
            </a:r>
          </a:p>
          <a:p>
            <a:pPr marL="285750" indent="-285750" eaLnBrk="1" fontAlgn="auto" hangingPunct="1">
              <a:lnSpc>
                <a:spcPct val="200000"/>
              </a:lnSpc>
              <a:spcBef>
                <a:spcPts val="0"/>
              </a:spcBef>
              <a:spcAft>
                <a:spcPts val="0"/>
              </a:spcAft>
              <a:buFont typeface="Wingdings" panose="05000000000000000000" pitchFamily="2" charset="2"/>
              <a:buChar char="Ø"/>
              <a:defRPr/>
            </a:pPr>
            <a:r>
              <a:rPr lang="en-US" altLang="en-US" sz="2400" b="1">
                <a:latin typeface="+mn-lt"/>
              </a:rPr>
              <a:t>Advantages</a:t>
            </a:r>
          </a:p>
          <a:p>
            <a:pPr marL="285750" indent="-285750" eaLnBrk="1" fontAlgn="auto" hangingPunct="1">
              <a:lnSpc>
                <a:spcPct val="200000"/>
              </a:lnSpc>
              <a:spcBef>
                <a:spcPts val="0"/>
              </a:spcBef>
              <a:spcAft>
                <a:spcPts val="0"/>
              </a:spcAft>
              <a:buFont typeface="Wingdings" panose="05000000000000000000" pitchFamily="2" charset="2"/>
              <a:buChar char="Ø"/>
              <a:defRPr/>
            </a:pPr>
            <a:r>
              <a:rPr lang="en-US" altLang="en-US" sz="2400" b="1">
                <a:latin typeface="+mn-lt"/>
              </a:rPr>
              <a:t>Specifications</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D0CDDB02-C1FB-F7C7-47CE-A300D072E092}"/>
              </a:ext>
            </a:extLst>
          </p:cNvPr>
          <p:cNvSpPr txBox="1">
            <a:spLocks noChangeArrowheads="1"/>
          </p:cNvSpPr>
          <p:nvPr/>
        </p:nvSpPr>
        <p:spPr>
          <a:xfrm>
            <a:off x="209550" y="222250"/>
            <a:ext cx="7008813" cy="558800"/>
          </a:xfrm>
          <a:prstGeom prst="rect">
            <a:avLst/>
          </a:prstGeom>
          <a:noFill/>
          <a:effectLst/>
        </p:spPr>
        <p:txBody>
          <a:bodyPr anchor="ctr"/>
          <a:lstStyle/>
          <a:p>
            <a:pPr defTabSz="685800" eaLnBrk="1" fontAlgn="auto" hangingPunct="1">
              <a:lnSpc>
                <a:spcPct val="90000"/>
              </a:lnSpc>
              <a:spcAft>
                <a:spcPts val="0"/>
              </a:spcAft>
              <a:defRPr/>
            </a:pPr>
            <a:r>
              <a:rPr lang="en-IN" altLang="en-US" sz="3200" b="1">
                <a:solidFill>
                  <a:srgbClr val="C00000"/>
                </a:solidFill>
                <a:effectLst>
                  <a:outerShdw blurRad="38100" dist="38100" dir="2700000" algn="tl">
                    <a:srgbClr val="000000"/>
                  </a:outerShdw>
                </a:effectLst>
                <a:latin typeface="+mj-lt"/>
                <a:ea typeface="+mj-ea"/>
                <a:cs typeface="+mj-cs"/>
              </a:rPr>
              <a:t>ABSTRACT</a:t>
            </a:r>
          </a:p>
        </p:txBody>
      </p:sp>
      <p:sp>
        <p:nvSpPr>
          <p:cNvPr id="10243" name="Content Placeholder 2">
            <a:extLst>
              <a:ext uri="{FF2B5EF4-FFF2-40B4-BE49-F238E27FC236}">
                <a16:creationId xmlns:a16="http://schemas.microsoft.com/office/drawing/2014/main" id="{18FDA4B1-D8EB-B492-238C-AE4D0EAC1DF6}"/>
              </a:ext>
            </a:extLst>
          </p:cNvPr>
          <p:cNvSpPr>
            <a:spLocks noGrp="1" noChangeArrowheads="1"/>
          </p:cNvSpPr>
          <p:nvPr>
            <p:ph sz="half" idx="1"/>
          </p:nvPr>
        </p:nvSpPr>
        <p:spPr>
          <a:xfrm>
            <a:off x="457200" y="3544888"/>
            <a:ext cx="6067425" cy="1455737"/>
          </a:xfrm>
        </p:spPr>
        <p:txBody>
          <a:bodyPr/>
          <a:lstStyle/>
          <a:p>
            <a:pPr eaLnBrk="1" hangingPunct="1">
              <a:buFont typeface="Segoe UI" panose="020B0502040204020203" pitchFamily="34" charset="0"/>
              <a:buNone/>
            </a:pPr>
            <a:endParaRPr lang="en-US" altLang="en-US" sz="2400">
              <a:latin typeface="Times New Roman" panose="02020603050405020304" pitchFamily="18" charset="0"/>
              <a:cs typeface="Times New Roman" panose="02020603050405020304" pitchFamily="18" charset="0"/>
            </a:endParaRPr>
          </a:p>
          <a:p>
            <a:pPr eaLnBrk="1" hangingPunct="1"/>
            <a:endParaRPr lang="en-US" altLang="en-US" sz="2400">
              <a:latin typeface="Times New Roman" panose="02020603050405020304" pitchFamily="18" charset="0"/>
              <a:cs typeface="Times New Roman" panose="02020603050405020304" pitchFamily="18" charset="0"/>
            </a:endParaRPr>
          </a:p>
        </p:txBody>
      </p:sp>
      <p:sp>
        <p:nvSpPr>
          <p:cNvPr id="10244" name="Content Placeholder 2">
            <a:extLst>
              <a:ext uri="{FF2B5EF4-FFF2-40B4-BE49-F238E27FC236}">
                <a16:creationId xmlns:a16="http://schemas.microsoft.com/office/drawing/2014/main" id="{E7B68284-D6AB-47A2-371C-8F1C9A714749}"/>
              </a:ext>
            </a:extLst>
          </p:cNvPr>
          <p:cNvSpPr>
            <a:spLocks noGrp="1" noChangeArrowheads="1"/>
          </p:cNvSpPr>
          <p:nvPr/>
        </p:nvSpPr>
        <p:spPr bwMode="auto">
          <a:xfrm>
            <a:off x="70846" y="3541703"/>
            <a:ext cx="8809144" cy="285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indent="0" eaLnBrk="1" hangingPunct="1">
              <a:spcBef>
                <a:spcPct val="20000"/>
              </a:spcBef>
            </a:pPr>
            <a:endParaRPr lang="en-US" altLang="en-US" sz="1600" dirty="0"/>
          </a:p>
        </p:txBody>
      </p:sp>
      <p:sp>
        <p:nvSpPr>
          <p:cNvPr id="10245" name="Rectangle 1">
            <a:extLst>
              <a:ext uri="{FF2B5EF4-FFF2-40B4-BE49-F238E27FC236}">
                <a16:creationId xmlns:a16="http://schemas.microsoft.com/office/drawing/2014/main" id="{78549F22-BBFD-7A93-6174-8BB85E31BE6C}"/>
              </a:ext>
            </a:extLst>
          </p:cNvPr>
          <p:cNvSpPr>
            <a:spLocks noChangeArrowheads="1"/>
          </p:cNvSpPr>
          <p:nvPr/>
        </p:nvSpPr>
        <p:spPr bwMode="auto">
          <a:xfrm>
            <a:off x="119031" y="501650"/>
            <a:ext cx="8849037" cy="4278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US" sz="1600" dirty="0"/>
          </a:p>
          <a:p>
            <a:pPr algn="just"/>
            <a:r>
              <a:rPr lang="en-US" sz="1600" dirty="0"/>
              <a:t>The growing threat of </a:t>
            </a:r>
            <a:r>
              <a:rPr lang="en-US" sz="1600" b="1" dirty="0"/>
              <a:t>ransomware</a:t>
            </a:r>
            <a:r>
              <a:rPr lang="en-US" sz="1600" dirty="0"/>
              <a:t> highlights the need for advanced early </a:t>
            </a:r>
            <a:r>
              <a:rPr lang="en-US" sz="1600" b="1" dirty="0"/>
              <a:t>detection</a:t>
            </a:r>
            <a:r>
              <a:rPr lang="en-US" sz="1600" dirty="0"/>
              <a:t> systems. </a:t>
            </a:r>
            <a:r>
              <a:rPr lang="en-US" sz="1600" b="1" dirty="0"/>
              <a:t>Traditional signature-based</a:t>
            </a:r>
            <a:r>
              <a:rPr lang="en-US" sz="1600" dirty="0"/>
              <a:t> methods often fail to identify new or evolving </a:t>
            </a:r>
            <a:r>
              <a:rPr lang="en-US" sz="1600" b="1" dirty="0"/>
              <a:t>ransomware strains</a:t>
            </a:r>
            <a:r>
              <a:rPr lang="en-US" sz="1600" dirty="0"/>
              <a:t>, emphasizing the importance of </a:t>
            </a:r>
            <a:r>
              <a:rPr lang="en-US" sz="1600" b="1" dirty="0"/>
              <a:t>adaptive and proactive monitoring</a:t>
            </a:r>
            <a:r>
              <a:rPr lang="en-US" sz="1600" dirty="0"/>
              <a:t>. This project presents a framework for </a:t>
            </a:r>
            <a:r>
              <a:rPr lang="en-US" sz="1600" b="1" dirty="0"/>
              <a:t>early-stage ransomware detection</a:t>
            </a:r>
            <a:r>
              <a:rPr lang="en-US" sz="1600" dirty="0"/>
              <a:t> using behavioral and </a:t>
            </a:r>
            <a:r>
              <a:rPr lang="en-US" sz="1600" b="1" dirty="0"/>
              <a:t>network traffic </a:t>
            </a:r>
            <a:r>
              <a:rPr lang="en-US" sz="1600" dirty="0"/>
              <a:t>analysis. The proposed system employs machine learning algorithm to monitor file access patterns, encryption activities, and unauthorized data movements, alongside abnormal network behaviors such as unusual data transfers or encrypted communications. This system uses </a:t>
            </a:r>
            <a:r>
              <a:rPr lang="en-US" sz="1600" b="1" dirty="0"/>
              <a:t>random forest</a:t>
            </a:r>
            <a:r>
              <a:rPr lang="en-US" sz="1600" dirty="0"/>
              <a:t> for classification and regression. By continuously learning from new data, the adaptive model evolves to recognize emerging ransomware tactics while reducing false positives. The multi-layered design enables comprehensive </a:t>
            </a:r>
            <a:r>
              <a:rPr lang="en-US" sz="1600" b="1" dirty="0"/>
              <a:t>real-time monitoring </a:t>
            </a:r>
            <a:r>
              <a:rPr lang="en-US" sz="1600" dirty="0"/>
              <a:t>and early alerts, allowing quick response actions such as system isolation to prevent spread and minimize damage. Experimental results confirm the framework’s effectiveness in detecting ransomware in its initial stages, enhancing organizational resilience and contributing to intelligent cybersecurity solutions  that integrate </a:t>
            </a:r>
            <a:r>
              <a:rPr lang="en-US" sz="1600" b="1" dirty="0"/>
              <a:t>behavioral and network analysis</a:t>
            </a:r>
            <a:r>
              <a:rPr lang="en-US" sz="1600" dirty="0"/>
              <a:t> for stronger protection against sophisticated threats.</a:t>
            </a:r>
          </a:p>
          <a:p>
            <a:pPr algn="just"/>
            <a:endParaRPr lang="en-US" sz="1600" dirty="0"/>
          </a:p>
          <a:p>
            <a:pPr algn="just"/>
            <a:r>
              <a:rPr lang="en-US" sz="1600" b="1" dirty="0"/>
              <a:t>Keywords</a:t>
            </a:r>
            <a:r>
              <a:rPr lang="en-US" sz="1600" dirty="0"/>
              <a:t>: Ransomware Detection, Adaptive Monitoring, Network Traffic Analysis, Early-Stage Detection, Random Forest, Cybersecurity, Real-Time Monitoring, Malware Prevention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38211B3-9E3F-46B8-A42E-441461632AD8}"/>
              </a:ext>
            </a:extLst>
          </p:cNvPr>
          <p:cNvSpPr>
            <a:spLocks noGrp="1"/>
          </p:cNvSpPr>
          <p:nvPr>
            <p:ph idx="1"/>
          </p:nvPr>
        </p:nvSpPr>
        <p:spPr>
          <a:xfrm>
            <a:off x="104274" y="850232"/>
            <a:ext cx="8799094" cy="5638800"/>
          </a:xfrm>
        </p:spPr>
        <p:txBody>
          <a:bodyPr anchor="t" anchorCtr="0"/>
          <a:lstStyle/>
          <a:p>
            <a:pPr algn="just">
              <a:lnSpc>
                <a:spcPct val="120000"/>
              </a:lnSpc>
              <a:spcAft>
                <a:spcPts val="0"/>
              </a:spcAft>
            </a:pPr>
            <a:r>
              <a:rPr lang="en-US" sz="2000" dirty="0"/>
              <a:t>Ransomware has become a major cybersecurity threat, affecting both private and public sectors. Traditional signature-based detection methods often fail to identify new and evolving ransomware variants, especially in their early stages. Modern ransomware employs advanced obfuscation, encryption, and stealth techniques, making detection increasingly difficult. This highlights the need for adaptive, behavior-based detection frameworks that can proactively monitor system and network activities for anomalies. Without such solutions, organizations remain at risk of significant financial losses, operational disruption, and data compromise.</a:t>
            </a:r>
            <a:endParaRPr lang="en-IN" dirty="0"/>
          </a:p>
        </p:txBody>
      </p:sp>
      <p:sp>
        <p:nvSpPr>
          <p:cNvPr id="4" name="Title 3">
            <a:extLst>
              <a:ext uri="{FF2B5EF4-FFF2-40B4-BE49-F238E27FC236}">
                <a16:creationId xmlns:a16="http://schemas.microsoft.com/office/drawing/2014/main" id="{8FFC538F-2365-1789-594E-F1E9CC1CF74C}"/>
              </a:ext>
            </a:extLst>
          </p:cNvPr>
          <p:cNvSpPr>
            <a:spLocks noGrp="1"/>
          </p:cNvSpPr>
          <p:nvPr>
            <p:ph type="title"/>
          </p:nvPr>
        </p:nvSpPr>
        <p:spPr>
          <a:xfrm>
            <a:off x="104274" y="221429"/>
            <a:ext cx="6910142" cy="479910"/>
          </a:xfrm>
        </p:spPr>
        <p:txBody>
          <a:bodyPr>
            <a:noAutofit/>
          </a:bodyPr>
          <a:lstStyle/>
          <a:p>
            <a:r>
              <a:rPr lang="en-US" sz="3200" dirty="0">
                <a:effectLst>
                  <a:outerShdw blurRad="38100" dist="38100" dir="2700000" algn="tl">
                    <a:srgbClr val="000000">
                      <a:alpha val="43137"/>
                    </a:srgbClr>
                  </a:outerShdw>
                </a:effectLst>
              </a:rPr>
              <a:t>PROBLEM STATEMENT</a:t>
            </a:r>
            <a:endParaRPr lang="en-IN" sz="32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139658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14C3E0CB-E307-4C57-2E2E-13B86DD8738A}"/>
              </a:ext>
            </a:extLst>
          </p:cNvPr>
          <p:cNvSpPr txBox="1">
            <a:spLocks noChangeArrowheads="1"/>
          </p:cNvSpPr>
          <p:nvPr/>
        </p:nvSpPr>
        <p:spPr>
          <a:xfrm>
            <a:off x="266700" y="222250"/>
            <a:ext cx="6762750" cy="509587"/>
          </a:xfrm>
          <a:prstGeom prst="rect">
            <a:avLst/>
          </a:prstGeom>
          <a:noFill/>
          <a:effectLst/>
        </p:spPr>
        <p:txBody>
          <a:bodyPr anchor="ctr">
            <a:normAutofit fontScale="25000" lnSpcReduction="20000"/>
          </a:bodyPr>
          <a:lstStyle/>
          <a:p>
            <a:pPr defTabSz="685800" eaLnBrk="1" fontAlgn="auto" hangingPunct="1">
              <a:lnSpc>
                <a:spcPct val="90000"/>
              </a:lnSpc>
              <a:spcAft>
                <a:spcPts val="0"/>
              </a:spcAft>
              <a:defRPr/>
            </a:pPr>
            <a:endParaRPr lang="en-IN" altLang="en-US" sz="3800" b="1">
              <a:solidFill>
                <a:srgbClr val="C00000"/>
              </a:solidFill>
              <a:effectLst>
                <a:outerShdw blurRad="38100" dist="38100" dir="2700000" algn="tl">
                  <a:srgbClr val="000000"/>
                </a:outerShdw>
              </a:effectLst>
              <a:latin typeface="+mj-lt"/>
              <a:ea typeface="+mj-ea"/>
              <a:cs typeface="+mj-cs"/>
            </a:endParaRPr>
          </a:p>
          <a:p>
            <a:pPr defTabSz="685800" eaLnBrk="1" fontAlgn="auto" hangingPunct="1">
              <a:lnSpc>
                <a:spcPct val="90000"/>
              </a:lnSpc>
              <a:spcAft>
                <a:spcPts val="0"/>
              </a:spcAft>
              <a:defRPr/>
            </a:pPr>
            <a:r>
              <a:rPr lang="en-IN" altLang="en-US" sz="12800" b="1">
                <a:solidFill>
                  <a:srgbClr val="C00000"/>
                </a:solidFill>
                <a:effectLst>
                  <a:outerShdw blurRad="38100" dist="38100" dir="2700000" algn="tl">
                    <a:srgbClr val="000000"/>
                  </a:outerShdw>
                </a:effectLst>
                <a:latin typeface="+mj-lt"/>
                <a:ea typeface="+mj-ea"/>
                <a:cs typeface="+mj-cs"/>
              </a:rPr>
              <a:t>EXISTING SYSTEM</a:t>
            </a:r>
          </a:p>
          <a:p>
            <a:pPr defTabSz="685800" eaLnBrk="1" fontAlgn="auto" hangingPunct="1">
              <a:lnSpc>
                <a:spcPct val="90000"/>
              </a:lnSpc>
              <a:spcAft>
                <a:spcPts val="0"/>
              </a:spcAft>
              <a:defRPr/>
            </a:pPr>
            <a:endParaRPr lang="en-IN" altLang="en-US" sz="3800" b="1">
              <a:solidFill>
                <a:srgbClr val="C00000"/>
              </a:solidFill>
              <a:effectLst>
                <a:outerShdw blurRad="38100" dist="38100" dir="2700000" algn="tl">
                  <a:srgbClr val="000000"/>
                </a:outerShdw>
              </a:effectLst>
              <a:latin typeface="+mj-lt"/>
              <a:ea typeface="+mj-ea"/>
              <a:cs typeface="+mj-cs"/>
            </a:endParaRPr>
          </a:p>
        </p:txBody>
      </p:sp>
      <p:sp>
        <p:nvSpPr>
          <p:cNvPr id="13315" name="Content Placeholder 2">
            <a:extLst>
              <a:ext uri="{FF2B5EF4-FFF2-40B4-BE49-F238E27FC236}">
                <a16:creationId xmlns:a16="http://schemas.microsoft.com/office/drawing/2014/main" id="{B20C5F48-4DC8-AD96-5E4F-7BC79C354718}"/>
              </a:ext>
            </a:extLst>
          </p:cNvPr>
          <p:cNvSpPr>
            <a:spLocks noGrp="1" noChangeArrowheads="1"/>
          </p:cNvSpPr>
          <p:nvPr>
            <p:ph sz="half" idx="1"/>
          </p:nvPr>
        </p:nvSpPr>
        <p:spPr>
          <a:xfrm>
            <a:off x="457200" y="3544888"/>
            <a:ext cx="6067425" cy="1455737"/>
          </a:xfrm>
        </p:spPr>
        <p:txBody>
          <a:bodyPr/>
          <a:lstStyle/>
          <a:p>
            <a:pPr eaLnBrk="1" hangingPunct="1">
              <a:buFont typeface="Segoe UI" panose="020B0502040204020203" pitchFamily="34" charset="0"/>
              <a:buNone/>
            </a:pPr>
            <a:endParaRPr lang="en-US" altLang="en-US" sz="2400">
              <a:latin typeface="Times New Roman" panose="02020603050405020304" pitchFamily="18" charset="0"/>
              <a:cs typeface="Times New Roman" panose="02020603050405020304" pitchFamily="18" charset="0"/>
            </a:endParaRPr>
          </a:p>
          <a:p>
            <a:pPr eaLnBrk="1" hangingPunct="1"/>
            <a:endParaRPr lang="en-US" altLang="en-US" sz="2400">
              <a:latin typeface="Times New Roman" panose="02020603050405020304" pitchFamily="18" charset="0"/>
              <a:cs typeface="Times New Roman" panose="02020603050405020304" pitchFamily="18" charset="0"/>
            </a:endParaRPr>
          </a:p>
        </p:txBody>
      </p:sp>
      <p:sp>
        <p:nvSpPr>
          <p:cNvPr id="13316" name="Content Placeholder 2">
            <a:extLst>
              <a:ext uri="{FF2B5EF4-FFF2-40B4-BE49-F238E27FC236}">
                <a16:creationId xmlns:a16="http://schemas.microsoft.com/office/drawing/2014/main" id="{018C6C64-85D4-D1A5-CBD6-53B0AD5F70EC}"/>
              </a:ext>
            </a:extLst>
          </p:cNvPr>
          <p:cNvSpPr>
            <a:spLocks noGrp="1" noChangeArrowheads="1"/>
          </p:cNvSpPr>
          <p:nvPr/>
        </p:nvSpPr>
        <p:spPr bwMode="auto">
          <a:xfrm>
            <a:off x="457200" y="3724275"/>
            <a:ext cx="4762500" cy="240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20000"/>
              </a:spcBef>
              <a:buFont typeface="Arial" panose="020B0604020202020204" pitchFamily="34" charset="0"/>
              <a:buNone/>
            </a:pPr>
            <a:endParaRPr lang="en-US" altLang="en-US" sz="2400"/>
          </a:p>
          <a:p>
            <a:pPr eaLnBrk="1" hangingPunct="1">
              <a:spcBef>
                <a:spcPct val="20000"/>
              </a:spcBef>
              <a:buFont typeface="Arial" panose="020B0604020202020204" pitchFamily="34" charset="0"/>
              <a:buChar char="•"/>
            </a:pPr>
            <a:endParaRPr lang="en-US" altLang="en-US" sz="2400"/>
          </a:p>
        </p:txBody>
      </p:sp>
      <p:sp>
        <p:nvSpPr>
          <p:cNvPr id="13317" name="Rectangle 1">
            <a:extLst>
              <a:ext uri="{FF2B5EF4-FFF2-40B4-BE49-F238E27FC236}">
                <a16:creationId xmlns:a16="http://schemas.microsoft.com/office/drawing/2014/main" id="{AD89E890-9B87-02BB-2350-1A5282523208}"/>
              </a:ext>
            </a:extLst>
          </p:cNvPr>
          <p:cNvSpPr>
            <a:spLocks noChangeArrowheads="1"/>
          </p:cNvSpPr>
          <p:nvPr/>
        </p:nvSpPr>
        <p:spPr bwMode="auto">
          <a:xfrm>
            <a:off x="191199" y="731837"/>
            <a:ext cx="8776338" cy="5355312"/>
          </a:xfrm>
          <a:prstGeom prst="rect">
            <a:avLst/>
          </a:prstGeom>
          <a:noFill/>
          <a:ln>
            <a:noFill/>
          </a:ln>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b="1" dirty="0"/>
              <a:t>Common Approach:</a:t>
            </a:r>
            <a:br>
              <a:rPr lang="en-US" dirty="0"/>
            </a:br>
            <a:r>
              <a:rPr lang="en-US" dirty="0"/>
              <a:t>Most existing ransomware detection systems rely on </a:t>
            </a:r>
            <a:r>
              <a:rPr lang="en-US" b="1" dirty="0"/>
              <a:t>signature-based detection</a:t>
            </a:r>
            <a:r>
              <a:rPr lang="en-US" dirty="0"/>
              <a:t>, </a:t>
            </a:r>
            <a:r>
              <a:rPr lang="en-US" b="1" dirty="0"/>
              <a:t>heuristic analysis</a:t>
            </a:r>
            <a:r>
              <a:rPr lang="en-US" dirty="0"/>
              <a:t>, and </a:t>
            </a:r>
            <a:r>
              <a:rPr lang="en-US" b="1" dirty="0"/>
              <a:t>rule-based network monitoring</a:t>
            </a:r>
            <a:r>
              <a:rPr lang="en-US" dirty="0"/>
              <a:t> to identify known threats and suspicious activities.</a:t>
            </a:r>
          </a:p>
          <a:p>
            <a:r>
              <a:rPr lang="en-US" b="1" dirty="0"/>
              <a:t>Performance:</a:t>
            </a:r>
            <a:br>
              <a:rPr lang="en-US" dirty="0"/>
            </a:br>
            <a:r>
              <a:rPr lang="en-US" dirty="0"/>
              <a:t>These methods provide moderate detection accuracy for known ransomware but struggle to identify </a:t>
            </a:r>
            <a:r>
              <a:rPr lang="en-US" b="1" dirty="0"/>
              <a:t>zero-day attacks</a:t>
            </a:r>
            <a:r>
              <a:rPr lang="en-US" dirty="0"/>
              <a:t>, </a:t>
            </a:r>
            <a:r>
              <a:rPr lang="en-US" b="1" dirty="0"/>
              <a:t>polymorphic variants</a:t>
            </a:r>
            <a:r>
              <a:rPr lang="en-US" dirty="0"/>
              <a:t>, and rapidly evolving ransomware behaviors.</a:t>
            </a:r>
          </a:p>
          <a:p>
            <a:r>
              <a:rPr lang="en-US" b="1" dirty="0"/>
              <a:t>Key Challenges:</a:t>
            </a:r>
            <a:endParaRPr lang="en-US" dirty="0"/>
          </a:p>
          <a:p>
            <a:r>
              <a:rPr lang="en-US" b="1" dirty="0"/>
              <a:t>Lower Accuracy:</a:t>
            </a:r>
            <a:r>
              <a:rPr lang="en-US" dirty="0"/>
              <a:t> Difficulty detecting new ransomware strains due to dependence on predefined signatures and static rules.</a:t>
            </a:r>
          </a:p>
          <a:p>
            <a:r>
              <a:rPr lang="en-US" b="1" dirty="0"/>
              <a:t>Poor Robustness:</a:t>
            </a:r>
            <a:r>
              <a:rPr lang="en-US" dirty="0"/>
              <a:t> Performance decreases when attackers use </a:t>
            </a:r>
            <a:r>
              <a:rPr lang="en-US" b="1" dirty="0"/>
              <a:t>obfuscation</a:t>
            </a:r>
            <a:r>
              <a:rPr lang="en-US" dirty="0"/>
              <a:t>, </a:t>
            </a:r>
            <a:r>
              <a:rPr lang="en-US" b="1" dirty="0"/>
              <a:t>stealth techniques</a:t>
            </a:r>
            <a:r>
              <a:rPr lang="en-US" dirty="0"/>
              <a:t>, or disguised network behaviors.</a:t>
            </a:r>
          </a:p>
          <a:p>
            <a:r>
              <a:rPr lang="en-US" b="1" dirty="0"/>
              <a:t>High Complexity:</a:t>
            </a:r>
            <a:r>
              <a:rPr lang="en-US" dirty="0"/>
              <a:t> Frequent updates, heavy resource usage, and reliance on post-infection analysis make real-time detection difficult.</a:t>
            </a:r>
            <a:br>
              <a:rPr lang="en-US" dirty="0"/>
            </a:br>
            <a:r>
              <a:rPr lang="en-US" b="1" dirty="0"/>
              <a:t>Algorithms used:</a:t>
            </a:r>
            <a:br>
              <a:rPr lang="en-US" b="1" dirty="0"/>
            </a:br>
            <a:r>
              <a:rPr lang="en-US" dirty="0"/>
              <a:t>Flow Signature Extraction</a:t>
            </a:r>
            <a:br>
              <a:rPr lang="en-US" dirty="0"/>
            </a:br>
            <a:r>
              <a:rPr lang="en-US" dirty="0"/>
              <a:t>Behavior Pattern Analysis</a:t>
            </a:r>
            <a:br>
              <a:rPr lang="en-US" dirty="0"/>
            </a:br>
            <a:r>
              <a:rPr lang="en-US" dirty="0"/>
              <a:t>Adaptive Learning Mechanism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E2BDB-3980-8560-846C-C19F1A83201B}"/>
            </a:ext>
          </a:extLst>
        </p:cNvPr>
        <p:cNvGrpSpPr/>
        <p:nvPr/>
      </p:nvGrpSpPr>
      <p:grpSpPr>
        <a:xfrm>
          <a:off x="0" y="0"/>
          <a:ext cx="0" cy="0"/>
          <a:chOff x="0" y="0"/>
          <a:chExt cx="0" cy="0"/>
        </a:xfrm>
      </p:grpSpPr>
      <p:sp>
        <p:nvSpPr>
          <p:cNvPr id="6" name="Rectangle 2">
            <a:extLst>
              <a:ext uri="{FF2B5EF4-FFF2-40B4-BE49-F238E27FC236}">
                <a16:creationId xmlns:a16="http://schemas.microsoft.com/office/drawing/2014/main" id="{38D60502-A187-747F-6F19-03902E61AAC3}"/>
              </a:ext>
            </a:extLst>
          </p:cNvPr>
          <p:cNvSpPr txBox="1">
            <a:spLocks noChangeArrowheads="1"/>
          </p:cNvSpPr>
          <p:nvPr/>
        </p:nvSpPr>
        <p:spPr>
          <a:xfrm>
            <a:off x="266700" y="222250"/>
            <a:ext cx="6762750" cy="509587"/>
          </a:xfrm>
          <a:prstGeom prst="rect">
            <a:avLst/>
          </a:prstGeom>
          <a:noFill/>
          <a:effectLst/>
        </p:spPr>
        <p:txBody>
          <a:bodyPr anchor="ctr">
            <a:normAutofit fontScale="25000" lnSpcReduction="20000"/>
          </a:bodyPr>
          <a:lstStyle/>
          <a:p>
            <a:pPr defTabSz="685800" eaLnBrk="1" fontAlgn="auto" hangingPunct="1">
              <a:lnSpc>
                <a:spcPct val="90000"/>
              </a:lnSpc>
              <a:spcAft>
                <a:spcPts val="0"/>
              </a:spcAft>
              <a:defRPr/>
            </a:pPr>
            <a:endParaRPr lang="en-IN" altLang="en-US" sz="3800" b="1">
              <a:solidFill>
                <a:srgbClr val="C00000"/>
              </a:solidFill>
              <a:effectLst>
                <a:outerShdw blurRad="38100" dist="38100" dir="2700000" algn="tl">
                  <a:srgbClr val="000000"/>
                </a:outerShdw>
              </a:effectLst>
              <a:latin typeface="+mj-lt"/>
              <a:ea typeface="+mj-ea"/>
              <a:cs typeface="+mj-cs"/>
            </a:endParaRPr>
          </a:p>
          <a:p>
            <a:pPr defTabSz="685800" eaLnBrk="1" fontAlgn="auto" hangingPunct="1">
              <a:lnSpc>
                <a:spcPct val="90000"/>
              </a:lnSpc>
              <a:spcAft>
                <a:spcPts val="0"/>
              </a:spcAft>
              <a:defRPr/>
            </a:pPr>
            <a:r>
              <a:rPr lang="en-IN" altLang="en-US" sz="12800" b="1" dirty="0">
                <a:solidFill>
                  <a:srgbClr val="C00000"/>
                </a:solidFill>
                <a:effectLst>
                  <a:outerShdw blurRad="38100" dist="38100" dir="2700000" algn="tl">
                    <a:srgbClr val="000000"/>
                  </a:outerShdw>
                </a:effectLst>
                <a:latin typeface="+mj-lt"/>
                <a:ea typeface="+mj-ea"/>
                <a:cs typeface="+mj-cs"/>
              </a:rPr>
              <a:t>DRAWBACKS IN EXISTING SYSTEM</a:t>
            </a:r>
            <a:endParaRPr lang="en-IN" altLang="en-US" sz="12800" b="1">
              <a:solidFill>
                <a:srgbClr val="C00000"/>
              </a:solidFill>
              <a:effectLst>
                <a:outerShdw blurRad="38100" dist="38100" dir="2700000" algn="tl">
                  <a:srgbClr val="000000"/>
                </a:outerShdw>
              </a:effectLst>
              <a:latin typeface="+mj-lt"/>
              <a:ea typeface="+mj-ea"/>
              <a:cs typeface="+mj-cs"/>
            </a:endParaRPr>
          </a:p>
          <a:p>
            <a:pPr defTabSz="685800" eaLnBrk="1" fontAlgn="auto" hangingPunct="1">
              <a:lnSpc>
                <a:spcPct val="90000"/>
              </a:lnSpc>
              <a:spcAft>
                <a:spcPts val="0"/>
              </a:spcAft>
              <a:defRPr/>
            </a:pPr>
            <a:endParaRPr lang="en-IN" altLang="en-US" sz="3800" b="1">
              <a:solidFill>
                <a:srgbClr val="C00000"/>
              </a:solidFill>
              <a:effectLst>
                <a:outerShdw blurRad="38100" dist="38100" dir="2700000" algn="tl">
                  <a:srgbClr val="000000"/>
                </a:outerShdw>
              </a:effectLst>
              <a:latin typeface="+mj-lt"/>
              <a:ea typeface="+mj-ea"/>
              <a:cs typeface="+mj-cs"/>
            </a:endParaRPr>
          </a:p>
        </p:txBody>
      </p:sp>
      <p:sp>
        <p:nvSpPr>
          <p:cNvPr id="13315" name="Content Placeholder 2">
            <a:extLst>
              <a:ext uri="{FF2B5EF4-FFF2-40B4-BE49-F238E27FC236}">
                <a16:creationId xmlns:a16="http://schemas.microsoft.com/office/drawing/2014/main" id="{CB3F800D-FB48-9D2C-2CC1-EA65162CB356}"/>
              </a:ext>
            </a:extLst>
          </p:cNvPr>
          <p:cNvSpPr>
            <a:spLocks noGrp="1" noChangeArrowheads="1"/>
          </p:cNvSpPr>
          <p:nvPr>
            <p:ph sz="half" idx="1"/>
          </p:nvPr>
        </p:nvSpPr>
        <p:spPr>
          <a:xfrm>
            <a:off x="457200" y="3544888"/>
            <a:ext cx="6067425" cy="1455737"/>
          </a:xfrm>
        </p:spPr>
        <p:txBody>
          <a:bodyPr/>
          <a:lstStyle/>
          <a:p>
            <a:pPr eaLnBrk="1" hangingPunct="1">
              <a:buFont typeface="Segoe UI" panose="020B0502040204020203" pitchFamily="34" charset="0"/>
              <a:buNone/>
            </a:pPr>
            <a:endParaRPr lang="en-US" altLang="en-US" sz="2400">
              <a:latin typeface="Times New Roman" panose="02020603050405020304" pitchFamily="18" charset="0"/>
              <a:cs typeface="Times New Roman" panose="02020603050405020304" pitchFamily="18" charset="0"/>
            </a:endParaRPr>
          </a:p>
          <a:p>
            <a:pPr eaLnBrk="1" hangingPunct="1"/>
            <a:endParaRPr lang="en-US" altLang="en-US" sz="2400">
              <a:latin typeface="Times New Roman" panose="02020603050405020304" pitchFamily="18" charset="0"/>
              <a:cs typeface="Times New Roman" panose="02020603050405020304" pitchFamily="18" charset="0"/>
            </a:endParaRPr>
          </a:p>
        </p:txBody>
      </p:sp>
      <p:sp>
        <p:nvSpPr>
          <p:cNvPr id="13316" name="Content Placeholder 2">
            <a:extLst>
              <a:ext uri="{FF2B5EF4-FFF2-40B4-BE49-F238E27FC236}">
                <a16:creationId xmlns:a16="http://schemas.microsoft.com/office/drawing/2014/main" id="{A1457B51-508F-B205-A557-7FDAA7B6F631}"/>
              </a:ext>
            </a:extLst>
          </p:cNvPr>
          <p:cNvSpPr>
            <a:spLocks noGrp="1" noChangeArrowheads="1"/>
          </p:cNvSpPr>
          <p:nvPr/>
        </p:nvSpPr>
        <p:spPr bwMode="auto">
          <a:xfrm>
            <a:off x="457200" y="3724275"/>
            <a:ext cx="4762500" cy="240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20000"/>
              </a:spcBef>
              <a:buFont typeface="Arial" panose="020B0604020202020204" pitchFamily="34" charset="0"/>
              <a:buNone/>
            </a:pPr>
            <a:endParaRPr lang="en-US" altLang="en-US" sz="2400"/>
          </a:p>
          <a:p>
            <a:pPr eaLnBrk="1" hangingPunct="1">
              <a:spcBef>
                <a:spcPct val="20000"/>
              </a:spcBef>
              <a:buFont typeface="Arial" panose="020B0604020202020204" pitchFamily="34" charset="0"/>
              <a:buChar char="•"/>
            </a:pPr>
            <a:endParaRPr lang="en-US" altLang="en-US" sz="2400"/>
          </a:p>
        </p:txBody>
      </p:sp>
      <p:sp>
        <p:nvSpPr>
          <p:cNvPr id="3" name="TextBox 2">
            <a:extLst>
              <a:ext uri="{FF2B5EF4-FFF2-40B4-BE49-F238E27FC236}">
                <a16:creationId xmlns:a16="http://schemas.microsoft.com/office/drawing/2014/main" id="{3BF00AE1-F699-E1B3-AB94-1F620FFEB180}"/>
              </a:ext>
            </a:extLst>
          </p:cNvPr>
          <p:cNvSpPr txBox="1"/>
          <p:nvPr/>
        </p:nvSpPr>
        <p:spPr>
          <a:xfrm>
            <a:off x="262812" y="731837"/>
            <a:ext cx="8756781" cy="3847207"/>
          </a:xfrm>
          <a:prstGeom prst="rect">
            <a:avLst/>
          </a:prstGeom>
          <a:noFill/>
        </p:spPr>
        <p:txBody>
          <a:bodyPr wrap="square">
            <a:spAutoFit/>
          </a:bodyPr>
          <a:lstStyle/>
          <a:p>
            <a:r>
              <a:rPr lang="en-IN" b="1"/>
              <a:t>1. Limited Detection of New Variants</a:t>
            </a:r>
            <a:r>
              <a:rPr lang="en-US" b="1" dirty="0"/>
              <a:t>:</a:t>
            </a:r>
            <a:r>
              <a:rPr lang="en-US" dirty="0"/>
              <a:t> Signature-based methods fail against zero-day and polymorphic ransomware.</a:t>
            </a:r>
            <a:endParaRPr lang="en-US"/>
          </a:p>
          <a:p>
            <a:r>
              <a:rPr lang="en-IN" b="1"/>
              <a:t>2. High False Positive Rates</a:t>
            </a:r>
            <a:r>
              <a:rPr lang="en-IN"/>
              <a:t>: </a:t>
            </a:r>
            <a:r>
              <a:rPr lang="en-US" dirty="0"/>
              <a:t>Heuristic methods may wrongly flag legitimate applications.</a:t>
            </a:r>
            <a:endParaRPr lang="en-US"/>
          </a:p>
          <a:p>
            <a:r>
              <a:rPr lang="en-IN" b="1"/>
              <a:t>3. Dependence on Predefined Rules</a:t>
            </a:r>
            <a:r>
              <a:rPr lang="en-IN" b="1" dirty="0"/>
              <a:t>: </a:t>
            </a:r>
            <a:r>
              <a:rPr lang="en-US" dirty="0"/>
              <a:t>Network detection struggles with new C2 servers and unknown threats.</a:t>
            </a:r>
            <a:endParaRPr lang="en-US"/>
          </a:p>
          <a:p>
            <a:r>
              <a:rPr lang="en-US" b="1"/>
              <a:t>4. Lack of Real-Time Response:</a:t>
            </a:r>
            <a:r>
              <a:rPr lang="en-US"/>
              <a:t> Many systems </a:t>
            </a:r>
            <a:r>
              <a:rPr lang="en-US" dirty="0"/>
              <a:t>detect </a:t>
            </a:r>
            <a:r>
              <a:rPr lang="en-US"/>
              <a:t>ransomware </a:t>
            </a:r>
            <a:r>
              <a:rPr lang="en-US" dirty="0"/>
              <a:t>only after encryption begins</a:t>
            </a:r>
            <a:r>
              <a:rPr lang="en-US"/>
              <a:t>.</a:t>
            </a:r>
          </a:p>
          <a:p>
            <a:pPr algn="just"/>
            <a:r>
              <a:rPr lang="en-IN" altLang="en-US" b="1" dirty="0">
                <a:ea typeface="Calibri" panose="020F0502020204030204" pitchFamily="34" charset="0"/>
                <a:cs typeface="Times New Roman" panose="02020603050405020304" pitchFamily="18" charset="0"/>
              </a:rPr>
              <a:t>5. Behaviour Pattern Analysis - </a:t>
            </a:r>
            <a:r>
              <a:rPr lang="en-US" dirty="0"/>
              <a:t>May struggle with highly stealthy ransomware blending into normal behavior.</a:t>
            </a:r>
            <a:endParaRPr lang="en-IN" altLang="en-US" b="1" dirty="0">
              <a:ea typeface="Calibri" panose="020F0502020204030204" pitchFamily="34" charset="0"/>
              <a:cs typeface="Times New Roman" panose="02020603050405020304" pitchFamily="18" charset="0"/>
            </a:endParaRPr>
          </a:p>
          <a:p>
            <a:r>
              <a:rPr lang="en-IN" altLang="en-US" b="1">
                <a:ea typeface="Calibri" panose="020F0502020204030204" pitchFamily="34" charset="0"/>
                <a:cs typeface="Times New Roman" panose="02020603050405020304" pitchFamily="18" charset="0"/>
              </a:rPr>
              <a:t>6. </a:t>
            </a:r>
            <a:r>
              <a:rPr lang="en-IN" altLang="en-US" b="1" dirty="0">
                <a:ea typeface="Calibri" panose="020F0502020204030204" pitchFamily="34" charset="0"/>
                <a:cs typeface="Times New Roman" panose="02020603050405020304" pitchFamily="18" charset="0"/>
              </a:rPr>
              <a:t>Adaptive Learning Mechanism - </a:t>
            </a:r>
            <a:r>
              <a:rPr lang="en-US" dirty="0"/>
              <a:t>Scalability challenges in very large distributed networks.</a:t>
            </a:r>
            <a:endParaRPr lang="en-IN" altLang="en-US" b="1" dirty="0">
              <a:ea typeface="Calibri" panose="020F0502020204030204" pitchFamily="34" charset="0"/>
              <a:cs typeface="Times New Roman" panose="02020603050405020304" pitchFamily="18" charset="0"/>
            </a:endParaRPr>
          </a:p>
          <a:p>
            <a:endParaRPr lang="en-US"/>
          </a:p>
          <a:p>
            <a:r>
              <a:rPr lang="en-IN"/>
              <a:t> </a:t>
            </a:r>
          </a:p>
          <a:p>
            <a:pPr lvl="0"/>
            <a:endParaRPr lang="en-IN" sz="28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107647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6A071CF0-9320-C4AF-F4D5-934AAA968C84}"/>
              </a:ext>
            </a:extLst>
          </p:cNvPr>
          <p:cNvSpPr txBox="1">
            <a:spLocks noChangeArrowheads="1"/>
          </p:cNvSpPr>
          <p:nvPr/>
        </p:nvSpPr>
        <p:spPr>
          <a:xfrm>
            <a:off x="209550" y="222249"/>
            <a:ext cx="6762750" cy="509587"/>
          </a:xfrm>
          <a:prstGeom prst="rect">
            <a:avLst/>
          </a:prstGeom>
          <a:noFill/>
          <a:effectLst/>
        </p:spPr>
        <p:txBody>
          <a:bodyPr anchor="ctr">
            <a:normAutofit fontScale="25000" lnSpcReduction="20000"/>
          </a:bodyPr>
          <a:lstStyle/>
          <a:p>
            <a:pPr defTabSz="685800" eaLnBrk="1" fontAlgn="auto" hangingPunct="1">
              <a:lnSpc>
                <a:spcPct val="90000"/>
              </a:lnSpc>
              <a:spcAft>
                <a:spcPts val="0"/>
              </a:spcAft>
              <a:defRPr/>
            </a:pPr>
            <a:endParaRPr lang="en-IN" altLang="en-US" sz="3800" b="1">
              <a:solidFill>
                <a:srgbClr val="C00000"/>
              </a:solidFill>
              <a:effectLst>
                <a:outerShdw blurRad="38100" dist="38100" dir="2700000" algn="tl">
                  <a:srgbClr val="000000"/>
                </a:outerShdw>
              </a:effectLst>
              <a:latin typeface="+mj-lt"/>
              <a:ea typeface="+mj-ea"/>
              <a:cs typeface="+mj-cs"/>
            </a:endParaRPr>
          </a:p>
          <a:p>
            <a:pPr defTabSz="685800" eaLnBrk="1" fontAlgn="auto" hangingPunct="1">
              <a:lnSpc>
                <a:spcPct val="90000"/>
              </a:lnSpc>
              <a:spcAft>
                <a:spcPts val="0"/>
              </a:spcAft>
              <a:defRPr/>
            </a:pPr>
            <a:r>
              <a:rPr lang="en-IN" altLang="en-US" sz="12800" b="1">
                <a:solidFill>
                  <a:srgbClr val="C00000"/>
                </a:solidFill>
                <a:effectLst>
                  <a:outerShdw blurRad="38100" dist="38100" dir="2700000" algn="tl">
                    <a:srgbClr val="000000"/>
                  </a:outerShdw>
                </a:effectLst>
                <a:latin typeface="+mj-lt"/>
                <a:ea typeface="+mj-ea"/>
                <a:cs typeface="+mj-cs"/>
              </a:rPr>
              <a:t>PROPOSED SYSTEM</a:t>
            </a:r>
          </a:p>
          <a:p>
            <a:pPr defTabSz="685800" eaLnBrk="1" fontAlgn="auto" hangingPunct="1">
              <a:lnSpc>
                <a:spcPct val="90000"/>
              </a:lnSpc>
              <a:spcAft>
                <a:spcPts val="0"/>
              </a:spcAft>
              <a:defRPr/>
            </a:pPr>
            <a:endParaRPr lang="en-IN" altLang="en-US" sz="3800" b="1">
              <a:solidFill>
                <a:srgbClr val="C00000"/>
              </a:solidFill>
              <a:effectLst>
                <a:outerShdw blurRad="38100" dist="38100" dir="2700000" algn="tl">
                  <a:srgbClr val="000000"/>
                </a:outerShdw>
              </a:effectLst>
              <a:latin typeface="+mj-lt"/>
              <a:ea typeface="+mj-ea"/>
              <a:cs typeface="+mj-cs"/>
            </a:endParaRPr>
          </a:p>
        </p:txBody>
      </p:sp>
      <p:sp>
        <p:nvSpPr>
          <p:cNvPr id="14339" name="Content Placeholder 2">
            <a:extLst>
              <a:ext uri="{FF2B5EF4-FFF2-40B4-BE49-F238E27FC236}">
                <a16:creationId xmlns:a16="http://schemas.microsoft.com/office/drawing/2014/main" id="{FBD9185A-432D-EE57-67AD-7D4C083A2E89}"/>
              </a:ext>
            </a:extLst>
          </p:cNvPr>
          <p:cNvSpPr>
            <a:spLocks noGrp="1" noChangeArrowheads="1"/>
          </p:cNvSpPr>
          <p:nvPr>
            <p:ph sz="half" idx="1"/>
          </p:nvPr>
        </p:nvSpPr>
        <p:spPr>
          <a:xfrm>
            <a:off x="457200" y="3544888"/>
            <a:ext cx="6067425" cy="1455737"/>
          </a:xfrm>
        </p:spPr>
        <p:txBody>
          <a:bodyPr/>
          <a:lstStyle/>
          <a:p>
            <a:pPr eaLnBrk="1" hangingPunct="1">
              <a:buFont typeface="Segoe UI" panose="020B0502040204020203" pitchFamily="34" charset="0"/>
              <a:buNone/>
            </a:pPr>
            <a:endParaRPr lang="en-US" altLang="en-US" sz="2400">
              <a:latin typeface="Times New Roman" panose="02020603050405020304" pitchFamily="18" charset="0"/>
              <a:cs typeface="Times New Roman" panose="02020603050405020304" pitchFamily="18" charset="0"/>
            </a:endParaRPr>
          </a:p>
          <a:p>
            <a:pPr eaLnBrk="1" hangingPunct="1"/>
            <a:endParaRPr lang="en-US" altLang="en-US" sz="2400">
              <a:latin typeface="Times New Roman" panose="02020603050405020304" pitchFamily="18" charset="0"/>
              <a:cs typeface="Times New Roman" panose="02020603050405020304" pitchFamily="18" charset="0"/>
            </a:endParaRPr>
          </a:p>
        </p:txBody>
      </p:sp>
      <p:sp>
        <p:nvSpPr>
          <p:cNvPr id="14340" name="Content Placeholder 2">
            <a:extLst>
              <a:ext uri="{FF2B5EF4-FFF2-40B4-BE49-F238E27FC236}">
                <a16:creationId xmlns:a16="http://schemas.microsoft.com/office/drawing/2014/main" id="{84779EB3-1230-8A9F-DDC1-33B3A53EC481}"/>
              </a:ext>
            </a:extLst>
          </p:cNvPr>
          <p:cNvSpPr>
            <a:spLocks noGrp="1" noChangeArrowheads="1"/>
          </p:cNvSpPr>
          <p:nvPr/>
        </p:nvSpPr>
        <p:spPr bwMode="auto">
          <a:xfrm>
            <a:off x="457200" y="3724275"/>
            <a:ext cx="4762500" cy="240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20000"/>
              </a:spcBef>
              <a:buFont typeface="Arial" panose="020B0604020202020204" pitchFamily="34" charset="0"/>
              <a:buNone/>
            </a:pPr>
            <a:endParaRPr lang="en-US" altLang="en-US" sz="2400"/>
          </a:p>
          <a:p>
            <a:pPr eaLnBrk="1" hangingPunct="1">
              <a:spcBef>
                <a:spcPct val="20000"/>
              </a:spcBef>
              <a:buFont typeface="Arial" panose="020B0604020202020204" pitchFamily="34" charset="0"/>
              <a:buChar char="•"/>
            </a:pPr>
            <a:endParaRPr lang="en-US" altLang="en-US" sz="2400"/>
          </a:p>
        </p:txBody>
      </p:sp>
      <p:sp>
        <p:nvSpPr>
          <p:cNvPr id="14341" name="Rectangle 1">
            <a:extLst>
              <a:ext uri="{FF2B5EF4-FFF2-40B4-BE49-F238E27FC236}">
                <a16:creationId xmlns:a16="http://schemas.microsoft.com/office/drawing/2014/main" id="{19CB2CEB-2E52-27C6-0CEE-912DA44ED424}"/>
              </a:ext>
            </a:extLst>
          </p:cNvPr>
          <p:cNvSpPr>
            <a:spLocks noChangeArrowheads="1"/>
          </p:cNvSpPr>
          <p:nvPr/>
        </p:nvSpPr>
        <p:spPr bwMode="auto">
          <a:xfrm>
            <a:off x="209550" y="862784"/>
            <a:ext cx="8724900" cy="4622804"/>
          </a:xfrm>
          <a:prstGeom prst="rect">
            <a:avLst/>
          </a:prstGeom>
          <a:noFill/>
          <a:ln>
            <a:noFill/>
          </a:ln>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IN" sz="1600" b="1" dirty="0"/>
              <a:t>Adaptive Monitoring Framework</a:t>
            </a:r>
          </a:p>
          <a:p>
            <a:r>
              <a:rPr lang="en-IN" sz="1600" b="1" dirty="0"/>
              <a:t>Core Idea:</a:t>
            </a:r>
            <a:r>
              <a:rPr lang="en-IN" sz="1600" dirty="0"/>
              <a:t> </a:t>
            </a:r>
            <a:r>
              <a:rPr lang="en-US" sz="1600" dirty="0"/>
              <a:t>An intelligent system that combines behavioral analysis, network monitoring, and machine learning to detect ransomware early and respond in real time.</a:t>
            </a:r>
          </a:p>
          <a:p>
            <a:r>
              <a:rPr lang="en-IN" sz="1600" b="1" dirty="0"/>
              <a:t>Process Flow:</a:t>
            </a:r>
          </a:p>
          <a:p>
            <a:pPr marL="457200" indent="-457200">
              <a:buAutoNum type="arabicPeriod"/>
            </a:pPr>
            <a:r>
              <a:rPr lang="en-US" sz="1600" dirty="0"/>
              <a:t>Monitors file activity and encryption behavior for abnormalities.</a:t>
            </a:r>
          </a:p>
          <a:p>
            <a:pPr marL="457200" indent="-457200">
              <a:buAutoNum type="arabicPeriod"/>
            </a:pPr>
            <a:r>
              <a:rPr lang="en-US" sz="1600" dirty="0"/>
              <a:t>Detects unusual network traffic and suspicious connections.</a:t>
            </a:r>
          </a:p>
          <a:p>
            <a:pPr marL="457200" indent="-457200">
              <a:buAutoNum type="arabicPeriod"/>
            </a:pPr>
            <a:r>
              <a:rPr lang="en-US" sz="1600" dirty="0"/>
              <a:t>Uses machine learning to improve accuracy and reduce false positives.</a:t>
            </a:r>
          </a:p>
          <a:p>
            <a:pPr marL="457200" indent="-457200">
              <a:buAutoNum type="arabicPeriod"/>
            </a:pPr>
            <a:r>
              <a:rPr lang="en-US" sz="1600" dirty="0"/>
              <a:t>Automatically triggers alerts, endpoint isolation, and access restrictions.</a:t>
            </a:r>
          </a:p>
          <a:p>
            <a:pPr marL="457200" indent="-457200">
              <a:buAutoNum type="arabicPeriod"/>
            </a:pPr>
            <a:r>
              <a:rPr lang="en-US" sz="1600" dirty="0"/>
              <a:t>Provides real-time alerts and risk scoring for faster response.</a:t>
            </a:r>
          </a:p>
          <a:p>
            <a:endParaRPr lang="en-IN" sz="1600" dirty="0"/>
          </a:p>
          <a:p>
            <a:pPr marL="0" indent="0" eaLnBrk="1" hangingPunct="1">
              <a:spcBef>
                <a:spcPct val="20000"/>
              </a:spcBef>
            </a:pPr>
            <a:r>
              <a:rPr lang="en-US" altLang="en-US" sz="1600" b="1" dirty="0"/>
              <a:t>Algorithms and their role </a:t>
            </a:r>
            <a:r>
              <a:rPr lang="en-US" altLang="en-US" sz="1600" dirty="0"/>
              <a:t>: </a:t>
            </a:r>
          </a:p>
          <a:p>
            <a:pPr marL="0" indent="0" eaLnBrk="1" hangingPunct="1">
              <a:spcBef>
                <a:spcPct val="20000"/>
              </a:spcBef>
            </a:pPr>
            <a:r>
              <a:rPr lang="en-US" altLang="en-US" sz="1600" b="1" dirty="0"/>
              <a:t>Naive Bayes</a:t>
            </a:r>
            <a:r>
              <a:rPr lang="en-US" altLang="en-US" sz="1600" dirty="0"/>
              <a:t> - </a:t>
            </a:r>
            <a:r>
              <a:rPr lang="en-US" sz="1600" dirty="0"/>
              <a:t>Used as a probabilistic classifier for ransomware vs normal traffic.</a:t>
            </a:r>
            <a:endParaRPr lang="en-US" altLang="en-US" sz="1600" dirty="0"/>
          </a:p>
          <a:p>
            <a:pPr marL="0" indent="0" eaLnBrk="1" hangingPunct="1">
              <a:spcBef>
                <a:spcPct val="20000"/>
              </a:spcBef>
            </a:pPr>
            <a:r>
              <a:rPr lang="en-US" altLang="en-US" sz="1600" b="1" dirty="0"/>
              <a:t>Random forest classifier </a:t>
            </a:r>
            <a:r>
              <a:rPr lang="en-US" altLang="en-US" sz="1600" dirty="0"/>
              <a:t>- </a:t>
            </a:r>
            <a:r>
              <a:rPr lang="en-IN" sz="1600" dirty="0"/>
              <a:t>Main ensemble-based detection model</a:t>
            </a:r>
            <a:r>
              <a:rPr lang="en-US" sz="1600" dirty="0"/>
              <a:t>.</a:t>
            </a:r>
            <a:endParaRPr lang="en-US" altLang="en-US" sz="1600" dirty="0"/>
          </a:p>
          <a:p>
            <a:pPr marL="0" indent="0" eaLnBrk="1" hangingPunct="1">
              <a:spcBef>
                <a:spcPct val="20000"/>
              </a:spcBef>
            </a:pPr>
            <a:r>
              <a:rPr lang="en-US" altLang="en-US" sz="1600" b="1" dirty="0"/>
              <a:t>Logistic Regression </a:t>
            </a:r>
            <a:r>
              <a:rPr lang="en-US" altLang="en-US" sz="1600" dirty="0"/>
              <a:t>- </a:t>
            </a:r>
            <a:r>
              <a:rPr lang="en-US" sz="1600" dirty="0"/>
              <a:t>Used for binary classification (Normal vs Ransomware).</a:t>
            </a:r>
            <a:endParaRPr lang="en-US" altLang="en-US" sz="1600" dirty="0"/>
          </a:p>
          <a:p>
            <a:pPr marL="0" indent="0" eaLnBrk="1" hangingPunct="1">
              <a:spcBef>
                <a:spcPct val="20000"/>
              </a:spcBef>
            </a:pPr>
            <a:r>
              <a:rPr lang="en-US" altLang="en-US" sz="1600" b="1" dirty="0"/>
              <a:t>Gradient Boosting </a:t>
            </a:r>
            <a:r>
              <a:rPr lang="en-US" altLang="en-US" sz="1600" dirty="0"/>
              <a:t>- </a:t>
            </a:r>
            <a:r>
              <a:rPr lang="en-US" sz="1600" dirty="0"/>
              <a:t>Each new model corrects previous errors.</a:t>
            </a:r>
          </a:p>
          <a:p>
            <a:pPr marL="0" indent="0" eaLnBrk="1" hangingPunct="1">
              <a:spcBef>
                <a:spcPct val="20000"/>
              </a:spcBef>
            </a:pPr>
            <a:r>
              <a:rPr lang="en-US" altLang="en-US" sz="1600" b="1" dirty="0"/>
              <a:t>K-Nearest Neighbors(KNN) </a:t>
            </a:r>
            <a:r>
              <a:rPr lang="en-US" altLang="en-US" sz="1600" dirty="0"/>
              <a:t>- </a:t>
            </a:r>
            <a:r>
              <a:rPr lang="en-US" sz="1600" dirty="0"/>
              <a:t>Classifies traffic based on similarity to nearby data points.</a:t>
            </a:r>
          </a:p>
          <a:p>
            <a:pPr marL="0" indent="0" eaLnBrk="1" hangingPunct="1">
              <a:spcBef>
                <a:spcPct val="20000"/>
              </a:spcBef>
            </a:pPr>
            <a:r>
              <a:rPr lang="en-US" altLang="en-US" sz="1600" b="1" dirty="0"/>
              <a:t>Support Vector Machine(SVM) </a:t>
            </a:r>
            <a:r>
              <a:rPr lang="en-US" altLang="en-US" sz="1600" dirty="0"/>
              <a:t>- </a:t>
            </a:r>
            <a:r>
              <a:rPr lang="en-US" sz="1600" dirty="0"/>
              <a:t>Maximizes margin between ransomware and normal traffic.</a:t>
            </a:r>
            <a:endParaRPr lang="en-IN"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48EFE-EA2A-B6DF-BE56-92493290AD2E}"/>
            </a:ext>
          </a:extLst>
        </p:cNvPr>
        <p:cNvGrpSpPr/>
        <p:nvPr/>
      </p:nvGrpSpPr>
      <p:grpSpPr>
        <a:xfrm>
          <a:off x="0" y="0"/>
          <a:ext cx="0" cy="0"/>
          <a:chOff x="0" y="0"/>
          <a:chExt cx="0" cy="0"/>
        </a:xfrm>
      </p:grpSpPr>
      <p:sp>
        <p:nvSpPr>
          <p:cNvPr id="6" name="Rectangle 2">
            <a:extLst>
              <a:ext uri="{FF2B5EF4-FFF2-40B4-BE49-F238E27FC236}">
                <a16:creationId xmlns:a16="http://schemas.microsoft.com/office/drawing/2014/main" id="{1C73AE98-F0C0-C29E-A34C-AC5C111845F4}"/>
              </a:ext>
            </a:extLst>
          </p:cNvPr>
          <p:cNvSpPr txBox="1">
            <a:spLocks noChangeArrowheads="1"/>
          </p:cNvSpPr>
          <p:nvPr/>
        </p:nvSpPr>
        <p:spPr>
          <a:xfrm>
            <a:off x="209550" y="271463"/>
            <a:ext cx="6762750" cy="509587"/>
          </a:xfrm>
          <a:prstGeom prst="rect">
            <a:avLst/>
          </a:prstGeom>
          <a:noFill/>
          <a:effectLst/>
        </p:spPr>
        <p:txBody>
          <a:bodyPr anchor="ctr">
            <a:normAutofit fontScale="25000" lnSpcReduction="20000"/>
          </a:bodyPr>
          <a:lstStyle/>
          <a:p>
            <a:pPr defTabSz="685800" eaLnBrk="1" fontAlgn="auto" hangingPunct="1">
              <a:lnSpc>
                <a:spcPct val="90000"/>
              </a:lnSpc>
              <a:spcAft>
                <a:spcPts val="0"/>
              </a:spcAft>
              <a:defRPr/>
            </a:pPr>
            <a:endParaRPr lang="en-IN" altLang="en-US" sz="3800" b="1">
              <a:solidFill>
                <a:srgbClr val="C00000"/>
              </a:solidFill>
              <a:effectLst>
                <a:outerShdw blurRad="38100" dist="38100" dir="2700000" algn="tl">
                  <a:srgbClr val="000000"/>
                </a:outerShdw>
              </a:effectLst>
              <a:latin typeface="+mj-lt"/>
              <a:ea typeface="+mj-ea"/>
              <a:cs typeface="+mj-cs"/>
            </a:endParaRPr>
          </a:p>
          <a:p>
            <a:pPr defTabSz="685800" eaLnBrk="1" fontAlgn="auto" hangingPunct="1">
              <a:lnSpc>
                <a:spcPct val="90000"/>
              </a:lnSpc>
              <a:spcAft>
                <a:spcPts val="0"/>
              </a:spcAft>
              <a:defRPr/>
            </a:pPr>
            <a:r>
              <a:rPr lang="en-IN" altLang="en-US" sz="12800" b="1">
                <a:solidFill>
                  <a:srgbClr val="C00000"/>
                </a:solidFill>
                <a:effectLst>
                  <a:outerShdw blurRad="38100" dist="38100" dir="2700000" algn="tl">
                    <a:srgbClr val="000000"/>
                  </a:outerShdw>
                </a:effectLst>
                <a:latin typeface="+mj-lt"/>
                <a:ea typeface="+mj-ea"/>
                <a:cs typeface="+mj-cs"/>
              </a:rPr>
              <a:t>ADVANTAGES</a:t>
            </a:r>
          </a:p>
          <a:p>
            <a:pPr defTabSz="685800" eaLnBrk="1" fontAlgn="auto" hangingPunct="1">
              <a:lnSpc>
                <a:spcPct val="90000"/>
              </a:lnSpc>
              <a:spcAft>
                <a:spcPts val="0"/>
              </a:spcAft>
              <a:defRPr/>
            </a:pPr>
            <a:endParaRPr lang="en-IN" altLang="en-US" sz="3800" b="1">
              <a:solidFill>
                <a:srgbClr val="C00000"/>
              </a:solidFill>
              <a:effectLst>
                <a:outerShdw blurRad="38100" dist="38100" dir="2700000" algn="tl">
                  <a:srgbClr val="000000"/>
                </a:outerShdw>
              </a:effectLst>
              <a:latin typeface="+mj-lt"/>
              <a:ea typeface="+mj-ea"/>
              <a:cs typeface="+mj-cs"/>
            </a:endParaRPr>
          </a:p>
        </p:txBody>
      </p:sp>
      <p:sp>
        <p:nvSpPr>
          <p:cNvPr id="14339" name="Content Placeholder 2">
            <a:extLst>
              <a:ext uri="{FF2B5EF4-FFF2-40B4-BE49-F238E27FC236}">
                <a16:creationId xmlns:a16="http://schemas.microsoft.com/office/drawing/2014/main" id="{9089A1CA-5E0C-6253-76DB-3FA622052B6D}"/>
              </a:ext>
            </a:extLst>
          </p:cNvPr>
          <p:cNvSpPr>
            <a:spLocks noGrp="1" noChangeArrowheads="1"/>
          </p:cNvSpPr>
          <p:nvPr>
            <p:ph sz="half" idx="1"/>
          </p:nvPr>
        </p:nvSpPr>
        <p:spPr>
          <a:xfrm>
            <a:off x="457200" y="3544888"/>
            <a:ext cx="6067425" cy="1455737"/>
          </a:xfrm>
        </p:spPr>
        <p:txBody>
          <a:bodyPr/>
          <a:lstStyle/>
          <a:p>
            <a:pPr eaLnBrk="1" hangingPunct="1">
              <a:buFont typeface="Segoe UI" panose="020B0502040204020203" pitchFamily="34" charset="0"/>
              <a:buNone/>
            </a:pPr>
            <a:endParaRPr lang="en-US" altLang="en-US" sz="2400">
              <a:latin typeface="Times New Roman" panose="02020603050405020304" pitchFamily="18" charset="0"/>
              <a:cs typeface="Times New Roman" panose="02020603050405020304" pitchFamily="18" charset="0"/>
            </a:endParaRPr>
          </a:p>
          <a:p>
            <a:pPr eaLnBrk="1" hangingPunct="1"/>
            <a:endParaRPr lang="en-US" altLang="en-US" sz="2400">
              <a:latin typeface="Times New Roman" panose="02020603050405020304" pitchFamily="18" charset="0"/>
              <a:cs typeface="Times New Roman" panose="02020603050405020304" pitchFamily="18" charset="0"/>
            </a:endParaRPr>
          </a:p>
        </p:txBody>
      </p:sp>
      <p:sp>
        <p:nvSpPr>
          <p:cNvPr id="14340" name="Content Placeholder 2">
            <a:extLst>
              <a:ext uri="{FF2B5EF4-FFF2-40B4-BE49-F238E27FC236}">
                <a16:creationId xmlns:a16="http://schemas.microsoft.com/office/drawing/2014/main" id="{D972E70A-71F6-6D79-81A0-6E721FF85486}"/>
              </a:ext>
            </a:extLst>
          </p:cNvPr>
          <p:cNvSpPr>
            <a:spLocks noGrp="1" noChangeArrowheads="1"/>
          </p:cNvSpPr>
          <p:nvPr/>
        </p:nvSpPr>
        <p:spPr bwMode="auto">
          <a:xfrm>
            <a:off x="457200" y="3724275"/>
            <a:ext cx="4762500" cy="240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20000"/>
              </a:spcBef>
              <a:buFont typeface="Arial" panose="020B0604020202020204" pitchFamily="34" charset="0"/>
              <a:buNone/>
            </a:pPr>
            <a:endParaRPr lang="en-US" altLang="en-US" sz="2400"/>
          </a:p>
          <a:p>
            <a:pPr eaLnBrk="1" hangingPunct="1">
              <a:spcBef>
                <a:spcPct val="20000"/>
              </a:spcBef>
              <a:buFont typeface="Arial" panose="020B0604020202020204" pitchFamily="34" charset="0"/>
              <a:buChar char="•"/>
            </a:pPr>
            <a:endParaRPr lang="en-US" altLang="en-US" sz="2400"/>
          </a:p>
        </p:txBody>
      </p:sp>
      <p:sp>
        <p:nvSpPr>
          <p:cNvPr id="14341" name="Rectangle 1">
            <a:extLst>
              <a:ext uri="{FF2B5EF4-FFF2-40B4-BE49-F238E27FC236}">
                <a16:creationId xmlns:a16="http://schemas.microsoft.com/office/drawing/2014/main" id="{FBC7EB71-F1F2-7D85-673C-E34D82DD12D6}"/>
              </a:ext>
            </a:extLst>
          </p:cNvPr>
          <p:cNvSpPr>
            <a:spLocks noChangeArrowheads="1"/>
          </p:cNvSpPr>
          <p:nvPr/>
        </p:nvSpPr>
        <p:spPr bwMode="auto">
          <a:xfrm>
            <a:off x="209550" y="781050"/>
            <a:ext cx="8259763" cy="423449"/>
          </a:xfrm>
          <a:prstGeom prst="rect">
            <a:avLst/>
          </a:prstGeom>
          <a:noFill/>
          <a:ln>
            <a:no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just">
              <a:lnSpc>
                <a:spcPct val="150000"/>
              </a:lnSpc>
              <a:spcAft>
                <a:spcPts val="1000"/>
              </a:spcAft>
              <a:defRPr/>
            </a:pPr>
            <a:endParaRPr lang="en-IN" altLang="en-US" sz="160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A17CB6B4-6DEC-2F84-8988-270E3A926E5A}"/>
              </a:ext>
            </a:extLst>
          </p:cNvPr>
          <p:cNvSpPr txBox="1"/>
          <p:nvPr/>
        </p:nvSpPr>
        <p:spPr>
          <a:xfrm>
            <a:off x="172228" y="781050"/>
            <a:ext cx="8724900" cy="3785652"/>
          </a:xfrm>
          <a:prstGeom prst="rect">
            <a:avLst/>
          </a:prstGeom>
          <a:noFill/>
        </p:spPr>
        <p:txBody>
          <a:bodyPr wrap="square">
            <a:spAutoFit/>
          </a:bodyPr>
          <a:lstStyle/>
          <a:p>
            <a:r>
              <a:rPr lang="en-IN" sz="2000" b="1" dirty="0"/>
              <a:t>1·</a:t>
            </a:r>
            <a:r>
              <a:rPr lang="en-IN" sz="2000" dirty="0"/>
              <a:t>  </a:t>
            </a:r>
            <a:r>
              <a:rPr lang="en-IN" sz="2000" b="1" dirty="0"/>
              <a:t>Early Detection:</a:t>
            </a:r>
            <a:r>
              <a:rPr lang="en-IN" sz="2000" dirty="0"/>
              <a:t> </a:t>
            </a:r>
            <a:r>
              <a:rPr lang="en-US" sz="2000" dirty="0"/>
              <a:t>Identifies ransomware early through behavioral and network anomalies.</a:t>
            </a:r>
          </a:p>
          <a:p>
            <a:r>
              <a:rPr lang="en-IN" sz="2000" b="1" dirty="0"/>
              <a:t>2·</a:t>
            </a:r>
            <a:r>
              <a:rPr lang="en-IN" sz="2000" dirty="0"/>
              <a:t>  </a:t>
            </a:r>
            <a:r>
              <a:rPr lang="en-IN" sz="2000" b="1" dirty="0"/>
              <a:t>Adaptive Learning:</a:t>
            </a:r>
            <a:r>
              <a:rPr lang="en-IN" sz="2000" dirty="0"/>
              <a:t> </a:t>
            </a:r>
            <a:r>
              <a:rPr lang="en-US" sz="2000" dirty="0"/>
              <a:t>Uses machine learning to adapt to new and evolving threats.</a:t>
            </a:r>
          </a:p>
          <a:p>
            <a:r>
              <a:rPr lang="en-IN" sz="2000" b="1" dirty="0"/>
              <a:t>3·</a:t>
            </a:r>
            <a:r>
              <a:rPr lang="en-IN" sz="2000" dirty="0"/>
              <a:t>  </a:t>
            </a:r>
            <a:r>
              <a:rPr lang="en-IN" sz="2000" b="1" dirty="0"/>
              <a:t>Real-Time Monitoring:</a:t>
            </a:r>
            <a:r>
              <a:rPr lang="en-IN" sz="2000" dirty="0"/>
              <a:t> Provides instant alerts for rapid response.</a:t>
            </a:r>
          </a:p>
          <a:p>
            <a:r>
              <a:rPr lang="en-IN" sz="2000" b="1" dirty="0"/>
              <a:t>4·</a:t>
            </a:r>
            <a:r>
              <a:rPr lang="en-IN" sz="2000" dirty="0"/>
              <a:t>  </a:t>
            </a:r>
            <a:r>
              <a:rPr lang="en-IN" sz="2000" b="1" dirty="0"/>
              <a:t>Comprehensive Analysis:</a:t>
            </a:r>
            <a:r>
              <a:rPr lang="en-IN" sz="2000" dirty="0"/>
              <a:t> </a:t>
            </a:r>
            <a:r>
              <a:rPr lang="en-US" sz="2000" dirty="0"/>
              <a:t>Combines behavioral and network analysis for higher accuracy.</a:t>
            </a:r>
          </a:p>
          <a:p>
            <a:r>
              <a:rPr lang="en-IN" sz="2000" b="1" dirty="0"/>
              <a:t>5·</a:t>
            </a:r>
            <a:r>
              <a:rPr lang="en-IN" sz="2000" dirty="0"/>
              <a:t>  </a:t>
            </a:r>
            <a:r>
              <a:rPr lang="en-IN" sz="2000" b="1" dirty="0"/>
              <a:t>Automated Response:</a:t>
            </a:r>
            <a:r>
              <a:rPr lang="en-IN" sz="2000" dirty="0"/>
              <a:t> </a:t>
            </a:r>
            <a:r>
              <a:rPr lang="en-US" sz="2000" dirty="0"/>
              <a:t>Isolates endpoints and restricts access to limit spread.</a:t>
            </a:r>
          </a:p>
          <a:p>
            <a:r>
              <a:rPr lang="en-IN" sz="2000" b="1" dirty="0"/>
              <a:t>6·</a:t>
            </a:r>
            <a:r>
              <a:rPr lang="en-IN" sz="2000" dirty="0"/>
              <a:t>  </a:t>
            </a:r>
            <a:r>
              <a:rPr lang="en-IN" sz="2000" b="1" dirty="0"/>
              <a:t>Reduced False Positives:</a:t>
            </a:r>
            <a:r>
              <a:rPr lang="en-IN" sz="2000" dirty="0"/>
              <a:t> Multi-factor analysis improves reliability. </a:t>
            </a:r>
            <a:endParaRPr lang="en-US" sz="2000" dirty="0"/>
          </a:p>
          <a:p>
            <a:r>
              <a:rPr lang="en-IN" sz="2000" b="1" dirty="0"/>
              <a:t>7·</a:t>
            </a:r>
            <a:r>
              <a:rPr lang="en-IN" sz="2000" dirty="0"/>
              <a:t>  </a:t>
            </a:r>
            <a:r>
              <a:rPr lang="en-IN" sz="2000" b="1" dirty="0"/>
              <a:t>Enhanced Organizational Security:</a:t>
            </a:r>
            <a:r>
              <a:rPr lang="en-IN" sz="2000" dirty="0"/>
              <a:t> </a:t>
            </a:r>
            <a:r>
              <a:rPr lang="en-US" sz="2000" dirty="0"/>
              <a:t>Strengthens organizational resilience and protects critical data.</a:t>
            </a:r>
          </a:p>
          <a:p>
            <a:endParaRPr lang="en-US" sz="2000" dirty="0"/>
          </a:p>
        </p:txBody>
      </p:sp>
    </p:spTree>
    <p:extLst>
      <p:ext uri="{BB962C8B-B14F-4D97-AF65-F5344CB8AC3E}">
        <p14:creationId xmlns:p14="http://schemas.microsoft.com/office/powerpoint/2010/main" val="1018829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85D6D-CCB4-5A19-A80A-C21A40D2E81D}"/>
            </a:ext>
          </a:extLst>
        </p:cNvPr>
        <p:cNvGrpSpPr/>
        <p:nvPr/>
      </p:nvGrpSpPr>
      <p:grpSpPr>
        <a:xfrm>
          <a:off x="0" y="0"/>
          <a:ext cx="0" cy="0"/>
          <a:chOff x="0" y="0"/>
          <a:chExt cx="0" cy="0"/>
        </a:xfrm>
      </p:grpSpPr>
      <p:sp>
        <p:nvSpPr>
          <p:cNvPr id="6" name="Rectangle 2">
            <a:extLst>
              <a:ext uri="{FF2B5EF4-FFF2-40B4-BE49-F238E27FC236}">
                <a16:creationId xmlns:a16="http://schemas.microsoft.com/office/drawing/2014/main" id="{34FF2AAF-2B52-3219-52D8-6E760A61A19A}"/>
              </a:ext>
            </a:extLst>
          </p:cNvPr>
          <p:cNvSpPr txBox="1">
            <a:spLocks noChangeArrowheads="1"/>
          </p:cNvSpPr>
          <p:nvPr/>
        </p:nvSpPr>
        <p:spPr>
          <a:xfrm>
            <a:off x="209550" y="271463"/>
            <a:ext cx="6762750" cy="509587"/>
          </a:xfrm>
          <a:prstGeom prst="rect">
            <a:avLst/>
          </a:prstGeom>
          <a:noFill/>
          <a:effectLst/>
        </p:spPr>
        <p:txBody>
          <a:bodyPr anchor="ctr">
            <a:normAutofit fontScale="25000" lnSpcReduction="20000"/>
          </a:bodyPr>
          <a:lstStyle/>
          <a:p>
            <a:pPr defTabSz="685800" eaLnBrk="1" fontAlgn="auto" hangingPunct="1">
              <a:lnSpc>
                <a:spcPct val="90000"/>
              </a:lnSpc>
              <a:spcAft>
                <a:spcPts val="0"/>
              </a:spcAft>
              <a:defRPr/>
            </a:pPr>
            <a:endParaRPr lang="en-IN" altLang="en-US" sz="3800" b="1">
              <a:solidFill>
                <a:srgbClr val="C00000"/>
              </a:solidFill>
              <a:effectLst>
                <a:outerShdw blurRad="38100" dist="38100" dir="2700000" algn="tl">
                  <a:srgbClr val="000000"/>
                </a:outerShdw>
              </a:effectLst>
              <a:latin typeface="+mj-lt"/>
              <a:ea typeface="+mj-ea"/>
              <a:cs typeface="+mj-cs"/>
            </a:endParaRPr>
          </a:p>
          <a:p>
            <a:pPr defTabSz="685800" eaLnBrk="1" fontAlgn="auto" hangingPunct="1">
              <a:lnSpc>
                <a:spcPct val="90000"/>
              </a:lnSpc>
              <a:spcAft>
                <a:spcPts val="0"/>
              </a:spcAft>
              <a:defRPr/>
            </a:pPr>
            <a:r>
              <a:rPr lang="en-IN" altLang="en-US" sz="12800" b="1">
                <a:solidFill>
                  <a:srgbClr val="C00000"/>
                </a:solidFill>
                <a:effectLst>
                  <a:outerShdw blurRad="38100" dist="38100" dir="2700000" algn="tl">
                    <a:srgbClr val="000000"/>
                  </a:outerShdw>
                </a:effectLst>
                <a:latin typeface="+mj-lt"/>
                <a:ea typeface="+mj-ea"/>
                <a:cs typeface="+mj-cs"/>
              </a:rPr>
              <a:t>SPECIFICATIONS</a:t>
            </a:r>
          </a:p>
          <a:p>
            <a:pPr defTabSz="685800" eaLnBrk="1" fontAlgn="auto" hangingPunct="1">
              <a:lnSpc>
                <a:spcPct val="90000"/>
              </a:lnSpc>
              <a:spcAft>
                <a:spcPts val="0"/>
              </a:spcAft>
              <a:defRPr/>
            </a:pPr>
            <a:endParaRPr lang="en-IN" altLang="en-US" sz="3800" b="1">
              <a:solidFill>
                <a:srgbClr val="C00000"/>
              </a:solidFill>
              <a:effectLst>
                <a:outerShdw blurRad="38100" dist="38100" dir="2700000" algn="tl">
                  <a:srgbClr val="000000"/>
                </a:outerShdw>
              </a:effectLst>
              <a:latin typeface="+mj-lt"/>
              <a:ea typeface="+mj-ea"/>
              <a:cs typeface="+mj-cs"/>
            </a:endParaRPr>
          </a:p>
        </p:txBody>
      </p:sp>
      <p:sp>
        <p:nvSpPr>
          <p:cNvPr id="14339" name="Content Placeholder 2">
            <a:extLst>
              <a:ext uri="{FF2B5EF4-FFF2-40B4-BE49-F238E27FC236}">
                <a16:creationId xmlns:a16="http://schemas.microsoft.com/office/drawing/2014/main" id="{84A90E5A-7751-B0B6-D5A0-AEC4F1C161F5}"/>
              </a:ext>
            </a:extLst>
          </p:cNvPr>
          <p:cNvSpPr>
            <a:spLocks noGrp="1" noChangeArrowheads="1"/>
          </p:cNvSpPr>
          <p:nvPr>
            <p:ph sz="half" idx="1"/>
          </p:nvPr>
        </p:nvSpPr>
        <p:spPr>
          <a:xfrm>
            <a:off x="457200" y="3544888"/>
            <a:ext cx="6067425" cy="1455737"/>
          </a:xfrm>
        </p:spPr>
        <p:txBody>
          <a:bodyPr/>
          <a:lstStyle/>
          <a:p>
            <a:pPr eaLnBrk="1" hangingPunct="1">
              <a:buFont typeface="Segoe UI" panose="020B0502040204020203" pitchFamily="34" charset="0"/>
              <a:buNone/>
            </a:pPr>
            <a:endParaRPr lang="en-US" altLang="en-US" sz="2400">
              <a:latin typeface="Times New Roman" panose="02020603050405020304" pitchFamily="18" charset="0"/>
              <a:cs typeface="Times New Roman" panose="02020603050405020304" pitchFamily="18" charset="0"/>
            </a:endParaRPr>
          </a:p>
          <a:p>
            <a:pPr eaLnBrk="1" hangingPunct="1"/>
            <a:endParaRPr lang="en-US" altLang="en-US" sz="2400">
              <a:latin typeface="Times New Roman" panose="02020603050405020304" pitchFamily="18" charset="0"/>
              <a:cs typeface="Times New Roman" panose="02020603050405020304" pitchFamily="18" charset="0"/>
            </a:endParaRPr>
          </a:p>
        </p:txBody>
      </p:sp>
      <p:sp>
        <p:nvSpPr>
          <p:cNvPr id="14340" name="Content Placeholder 2">
            <a:extLst>
              <a:ext uri="{FF2B5EF4-FFF2-40B4-BE49-F238E27FC236}">
                <a16:creationId xmlns:a16="http://schemas.microsoft.com/office/drawing/2014/main" id="{5EE8649B-EE81-F623-E0FA-18626605A49F}"/>
              </a:ext>
            </a:extLst>
          </p:cNvPr>
          <p:cNvSpPr>
            <a:spLocks noGrp="1" noChangeArrowheads="1"/>
          </p:cNvSpPr>
          <p:nvPr/>
        </p:nvSpPr>
        <p:spPr bwMode="auto">
          <a:xfrm>
            <a:off x="457200" y="3724275"/>
            <a:ext cx="4762500" cy="240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20000"/>
              </a:spcBef>
              <a:buFont typeface="Arial" panose="020B0604020202020204" pitchFamily="34" charset="0"/>
              <a:buNone/>
            </a:pPr>
            <a:endParaRPr lang="en-US" altLang="en-US" sz="2400"/>
          </a:p>
          <a:p>
            <a:pPr eaLnBrk="1" hangingPunct="1">
              <a:spcBef>
                <a:spcPct val="20000"/>
              </a:spcBef>
              <a:buFont typeface="Arial" panose="020B0604020202020204" pitchFamily="34" charset="0"/>
              <a:buChar char="•"/>
            </a:pPr>
            <a:endParaRPr lang="en-US" altLang="en-US" sz="2400"/>
          </a:p>
        </p:txBody>
      </p:sp>
      <p:sp>
        <p:nvSpPr>
          <p:cNvPr id="14341" name="Rectangle 1">
            <a:extLst>
              <a:ext uri="{FF2B5EF4-FFF2-40B4-BE49-F238E27FC236}">
                <a16:creationId xmlns:a16="http://schemas.microsoft.com/office/drawing/2014/main" id="{746AB933-D930-4101-C2F2-6E743934C9E1}"/>
              </a:ext>
            </a:extLst>
          </p:cNvPr>
          <p:cNvSpPr>
            <a:spLocks noChangeArrowheads="1"/>
          </p:cNvSpPr>
          <p:nvPr/>
        </p:nvSpPr>
        <p:spPr bwMode="auto">
          <a:xfrm>
            <a:off x="209550" y="781050"/>
            <a:ext cx="8259763" cy="423449"/>
          </a:xfrm>
          <a:prstGeom prst="rect">
            <a:avLst/>
          </a:prstGeom>
          <a:noFill/>
          <a:ln>
            <a:no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just">
              <a:lnSpc>
                <a:spcPct val="150000"/>
              </a:lnSpc>
              <a:spcAft>
                <a:spcPts val="1000"/>
              </a:spcAft>
              <a:defRPr/>
            </a:pPr>
            <a:endParaRPr lang="en-IN" altLang="en-US" sz="160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D55758EB-71EB-6739-6C89-D6F67CAAA026}"/>
              </a:ext>
            </a:extLst>
          </p:cNvPr>
          <p:cNvSpPr txBox="1"/>
          <p:nvPr/>
        </p:nvSpPr>
        <p:spPr>
          <a:xfrm>
            <a:off x="348234" y="1015583"/>
            <a:ext cx="8724900" cy="4826834"/>
          </a:xfrm>
          <a:prstGeom prst="rect">
            <a:avLst/>
          </a:prstGeom>
          <a:noFill/>
        </p:spPr>
        <p:txBody>
          <a:bodyPr wrap="square">
            <a:spAutoFit/>
          </a:bodyPr>
          <a:lstStyle/>
          <a:p>
            <a:pPr algn="just"/>
            <a:r>
              <a:rPr lang="en-US" b="1"/>
              <a:t>H/W </a:t>
            </a:r>
            <a:r>
              <a:rPr lang="en-US" b="1" dirty="0"/>
              <a:t>REQUIREMENTS</a:t>
            </a:r>
            <a:r>
              <a:rPr lang="en-US" b="1"/>
              <a:t>:</a:t>
            </a:r>
          </a:p>
          <a:p>
            <a:pPr algn="just"/>
            <a:r>
              <a:rPr lang="en-US" dirty="0"/>
              <a:t>Processor		</a:t>
            </a:r>
            <a:r>
              <a:rPr lang="en-US" b="1" dirty="0"/>
              <a:t>	</a:t>
            </a:r>
            <a:r>
              <a:rPr lang="en-US"/>
              <a:t>-</a:t>
            </a:r>
            <a:r>
              <a:rPr lang="en-US" b="1"/>
              <a:t> </a:t>
            </a:r>
            <a:r>
              <a:rPr lang="en-US"/>
              <a:t>I3/Intel Processor</a:t>
            </a:r>
          </a:p>
          <a:p>
            <a:pPr algn="just"/>
            <a:r>
              <a:rPr lang="en-US"/>
              <a:t>Hard Disk			- 160GB</a:t>
            </a:r>
          </a:p>
          <a:p>
            <a:pPr algn="just"/>
            <a:r>
              <a:rPr lang="en-US"/>
              <a:t>Key Board		- Standard Windows Keyboard</a:t>
            </a:r>
          </a:p>
          <a:p>
            <a:pPr algn="just"/>
            <a:r>
              <a:rPr lang="en-US"/>
              <a:t>Mouse			- Two or Three Button Mouse</a:t>
            </a:r>
          </a:p>
          <a:p>
            <a:pPr algn="just"/>
            <a:r>
              <a:rPr lang="en-US"/>
              <a:t>Monitor			- SVGA</a:t>
            </a:r>
            <a:r>
              <a:rPr lang="en-US" dirty="0"/>
              <a:t>(Super Video Graphics Array)</a:t>
            </a:r>
            <a:endParaRPr lang="en-US"/>
          </a:p>
          <a:p>
            <a:pPr algn="just"/>
            <a:r>
              <a:rPr lang="en-US"/>
              <a:t>RAM			- 8GB</a:t>
            </a:r>
          </a:p>
          <a:p>
            <a:pPr algn="just"/>
            <a:r>
              <a:rPr lang="en-US" b="1"/>
              <a:t>S/W </a:t>
            </a:r>
            <a:r>
              <a:rPr lang="en-US" b="1" dirty="0"/>
              <a:t>REQUIREMENTS</a:t>
            </a:r>
            <a:r>
              <a:rPr lang="en-US" b="1"/>
              <a:t>:</a:t>
            </a:r>
            <a:endParaRPr lang="en-US"/>
          </a:p>
          <a:p>
            <a:pPr lvl="0" algn="just"/>
            <a:r>
              <a:rPr lang="en-US"/>
              <a:t>Operating System		 - Windows 7/8/10</a:t>
            </a:r>
          </a:p>
          <a:p>
            <a:pPr lvl="0" algn="just"/>
            <a:r>
              <a:rPr lang="en-US" dirty="0"/>
              <a:t>Client-side</a:t>
            </a:r>
            <a:r>
              <a:rPr lang="en-US"/>
              <a:t> Script		 - HTML, CSS, Bootstrap &amp; JS</a:t>
            </a:r>
          </a:p>
          <a:p>
            <a:pPr lvl="0" algn="just"/>
            <a:r>
              <a:rPr lang="en-US"/>
              <a:t>Programming Language	 - Python</a:t>
            </a:r>
          </a:p>
          <a:p>
            <a:pPr lvl="0"/>
            <a:r>
              <a:rPr lang="en-US"/>
              <a:t>Libraries			 - Flask, Pandas, </a:t>
            </a:r>
            <a:r>
              <a:rPr lang="en-US" err="1"/>
              <a:t>Mysql.connector</a:t>
            </a:r>
            <a:r>
              <a:rPr lang="en-US"/>
              <a:t>, </a:t>
            </a:r>
            <a:r>
              <a:rPr lang="en-US" err="1"/>
              <a:t>Os</a:t>
            </a:r>
            <a:r>
              <a:rPr lang="en-US"/>
              <a:t>, Scikit-Learn, </a:t>
            </a:r>
            <a:r>
              <a:rPr lang="en-US" err="1"/>
              <a:t>Numpy</a:t>
            </a:r>
            <a:r>
              <a:rPr lang="en-US"/>
              <a:t> IDE/Workbench		 - PyCharm</a:t>
            </a:r>
            <a:endParaRPr lang="en-US" dirty="0"/>
          </a:p>
          <a:p>
            <a:pPr lvl="0" algn="just"/>
            <a:r>
              <a:rPr lang="en-US"/>
              <a:t>Technology		 - Python 3.6+</a:t>
            </a:r>
          </a:p>
          <a:p>
            <a:pPr lvl="0" algn="just"/>
            <a:r>
              <a:rPr lang="en-US"/>
              <a:t>Server Deployment		 - </a:t>
            </a:r>
            <a:r>
              <a:rPr lang="en-US" err="1"/>
              <a:t>Xampp</a:t>
            </a:r>
            <a:r>
              <a:rPr lang="en-US"/>
              <a:t> Server</a:t>
            </a:r>
          </a:p>
          <a:p>
            <a:pPr lvl="0" algn="just">
              <a:lnSpc>
                <a:spcPct val="150000"/>
              </a:lnSpc>
            </a:pPr>
            <a:endParaRPr lang="en-IN" sz="28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30557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1">
            <a:extLst>
              <a:ext uri="{FF2B5EF4-FFF2-40B4-BE49-F238E27FC236}">
                <a16:creationId xmlns:a16="http://schemas.microsoft.com/office/drawing/2014/main" id="{B5C7D1D4-E789-A84E-495B-A91781164F96}"/>
              </a:ext>
            </a:extLst>
          </p:cNvPr>
          <p:cNvSpPr txBox="1">
            <a:spLocks noChangeArrowheads="1"/>
          </p:cNvSpPr>
          <p:nvPr/>
        </p:nvSpPr>
        <p:spPr bwMode="auto">
          <a:xfrm>
            <a:off x="2330450" y="3429000"/>
            <a:ext cx="536892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ts val="1800"/>
              </a:lnSpc>
              <a:spcAft>
                <a:spcPts val="600"/>
              </a:spcAft>
            </a:pPr>
            <a:r>
              <a:rPr lang="en-US" altLang="en-US" sz="6600">
                <a:solidFill>
                  <a:srgbClr val="404040"/>
                </a:solidFill>
                <a:latin typeface="Times New Roman" panose="02020603050405020304" pitchFamily="18" charset="0"/>
                <a:cs typeface="Times New Roman" panose="02020603050405020304" pitchFamily="18" charset="0"/>
              </a:rPr>
              <a:t>Thank You</a:t>
            </a:r>
          </a:p>
        </p:txBody>
      </p:sp>
    </p:spTree>
  </p:cSld>
  <p:clrMapOvr>
    <a:masterClrMapping/>
  </p:clrMapOvr>
</p:sld>
</file>

<file path=ppt/theme/theme1.xml><?xml version="1.0" encoding="utf-8"?>
<a:theme xmlns:a="http://schemas.openxmlformats.org/drawingml/2006/main" name="Get Started with 3D">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oAutofit/>
      </a:bodyPr>
      <a:lstStyle>
        <a:defPPr marL="0" indent="0" algn="l">
          <a:lnSpc>
            <a:spcPts val="1800"/>
          </a:lnSpc>
          <a:spcAft>
            <a:spcPts val="600"/>
          </a:spcAft>
          <a:buNone/>
          <a:defRPr sz="1200" dirty="0" smtClean="0">
            <a:solidFill>
              <a:prstClr val="black">
                <a:lumMod val="75000"/>
                <a:lumOff val="25000"/>
              </a:prstClr>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{0C51EE48-20D2-439F-8E19-9D316DCB9B08}tf16411177</Template>
  <TotalTime>99</TotalTime>
  <Words>1040</Words>
  <Application>Microsoft Office PowerPoint</Application>
  <PresentationFormat>On-screen Show (4:3)</PresentationFormat>
  <Paragraphs>88</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Century Gothic</vt:lpstr>
      <vt:lpstr>Segoe UI</vt:lpstr>
      <vt:lpstr>Times New Roman</vt:lpstr>
      <vt:lpstr>Wingdings</vt:lpstr>
      <vt:lpstr>Get Started with 3D</vt:lpstr>
      <vt:lpstr>PowerPoint Presentation</vt:lpstr>
      <vt:lpstr>OUTLINE</vt:lpstr>
      <vt:lpstr>PowerPoint Presentation</vt:lpstr>
      <vt:lpstr>PROBLEM STATEMENT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SVCE</dc:creator>
  <cp:lastModifiedBy>Hema Chinni</cp:lastModifiedBy>
  <cp:revision>2</cp:revision>
  <cp:lastPrinted>2026-02-25T14:45:45Z</cp:lastPrinted>
  <dcterms:created xsi:type="dcterms:W3CDTF">2020-07-20T09:57:00Z</dcterms:created>
  <dcterms:modified xsi:type="dcterms:W3CDTF">2026-03-27T09:07:41Z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1033-11.2.0.10132</vt:lpwstr>
  </property>
</Properties>
</file>